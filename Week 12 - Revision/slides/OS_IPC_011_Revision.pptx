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7873F6-365C-44E3-85A2-A7537E157B7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D7659F1-C856-4299-AE33-98A9AB85C22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FA0A3CD-E126-4D30-9D21-368F4BE1396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549F0F-2E15-4D11-923B-05982DA2F87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4CBAEC5-892A-4991-AB0E-F38FAE70967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A39B01A-8BDD-4245-B3BB-D260F6DE09B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10E71C2-F91F-4B09-AE1B-7A69D45CE20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047D10-D30B-44E3-B37F-8202F213E7A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7C1E875-6ED8-40FC-B042-A72CD4F01BC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98C212-3007-4B47-AA73-5D283DEDC38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7ACF4A9-08DE-4785-8818-2E4CAEFE613D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DCB7D86-8D64-4C9B-B447-498E31462FE6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C94B4C-8FB2-4072-85AC-E8549E5A4868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07C37A-B044-4668-9017-7D0E2FE6DA9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1485BE-0F8C-47F0-A531-7528E14AFFF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C04C58-BB18-4FE7-8A6C-014C25C392BF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1B0461-ADB2-4410-B317-CA72AF1102B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11BE92-BDFC-4E41-B1D0-5610AA4CDCD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3EF789-A445-484A-94FB-D073B3549E3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741FB6-71BD-40DB-B76F-653827E27DD0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4EB28E-DA26-4ACD-ACB3-B016F912D1B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8EB9F9-DF77-4B87-A6F5-22F86748400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74514E-0AD7-4995-9660-FB17A36C8A4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C65FE0-504A-405A-B8D9-70CBA1142317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D567C4-39C4-4CDA-AF2B-7E72EA8C5B82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0036A2-D256-4383-8A2C-CA884ECA49E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341ED8-B17B-45E2-A036-E3152B184079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565F33-D99F-45C9-A158-587BFE71716F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9D9DC7-3F21-45FF-8EF2-2ABCF850934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F3662D-33AA-4F9C-9CBF-F6A0C6635E6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8B3DE-A4BF-4334-8431-5CF60A75CC0C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CE4789-506E-4862-A063-E67B4453D292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790A68-EAC5-4600-AE3C-B2AB887AFBC2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DBA03-264C-49D7-9656-C495FAC790AD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0F442-19D4-48DC-9B5A-EA45400C37D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C899E-F823-4B3B-83E2-6535C7AC2770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DC225B6-905B-4802-A9BB-4042E5753C4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2A545BE-880A-4FA6-9622-08292F31979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BD21EED-021E-49C7-80E3-C16F275CD6A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F0956A5-7977-48E8-A7DF-80D6C7725F8C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B652906-AD60-45C3-A9EB-1C4268AC997E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12DF04-692C-4879-A780-52888C8EDCC4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D430A0A-7EB1-4D2D-9157-AC307E460B57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997699-AD80-493B-B3B9-47203E2E0914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168BE22-B0B2-49E8-A988-9905463BD228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D4AB44E-8497-424E-9C02-F2C4395CA8AD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8FC1F6B-1B48-420C-9990-1F9F014F6821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EF7ACAD-78CF-4C88-8B50-6C9223EAD04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1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2;p1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3;p1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4;p1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DA831-7FFF-4081-84B8-AD19B6CFA2A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8;p1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1;p1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2;p1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3;p1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0403EB-0A6A-4519-A9DA-97DF683F4F20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7;p1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8;p1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9;p1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30;p1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011CD7-8252-449D-A2D7-BEC28EFA90F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5;p15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36;p1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37;p1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38;p1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639360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9040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278720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159840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191808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223776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470741-0A32-4292-803A-2A9719CA0EB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forms.gle/LXtbFJEHt1PmKicB9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Circular_buffer" TargetMode="External"/><Relationship Id="rId2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forms.gle/aj7pYsK1ksufD6xYA" TargetMode="External"/><Relationship Id="rId2" Type="http://schemas.openxmlformats.org/officeDocument/2006/relationships/hyperlink" Target="https://forms.gle/aj7pYsK1ksufD6xY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Operating Systems</a:t>
            </a:r>
            <a:br>
              <a:rPr sz="42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IPC: Inter-rocesses Communication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73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Vassilis Markos,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8;p1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12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Time For Revision!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C18BA4-892A-4402-A7B3-CC2DC1C50236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To Revise On?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228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Scan the QR–code shown next or use the link below to help me design the final revision lectures of this module!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form is anonymous, so be as sincere as possible.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Form link: 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https://forms.gle/LXtbFJEHt1PmKicB9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E90551-A6D5-486F-B78C-122FB015B82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1" name="Google Shape;133;p3" descr=""/>
          <p:cNvPicPr/>
          <p:nvPr/>
        </p:nvPicPr>
        <p:blipFill>
          <a:blip r:embed="rId2"/>
          <a:stretch/>
        </p:blipFill>
        <p:spPr>
          <a:xfrm>
            <a:off x="5105520" y="1259640"/>
            <a:ext cx="2857320" cy="285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Designing A Simple Chat Application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Throughout the upcoming lectures we will work on a simple applied scenario that will utilise your knowledge on IPC from this course: designing a simple chat application using IPC!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 not think of something fancy and much complex: we will just build a simple chat application using a centralised server which will handle all messages and multiple clients.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Essentially, we will build a single chat room application using IPC.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Lab instructions: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labs/Systems_Programming_ChatApp_Lab_01.pdf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139FFE-105F-4D96-9C48-0A4B40A2996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90210B-9D77-449E-89A6-3CDE97B3FED5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(Eventually) Your Turn: Circular Buffers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Implement a Circular Buffer as described here: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https://en.wikipedia.org/wiki/Circular_buffer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a rough guideline, you can implement the following utilities: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struct, Queue, that contains any required variables, counters, etc.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Push and Pop utilities, which should also take care of overflow and underflow events.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Empty and Full checking utilities.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Anything else you might find relevant.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will make use of such circular buffers to implement a solution to the Producer Consumer problem in the next exercise.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F1F4F0-8A16-4D8B-977E-EA2E923F0F8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Producers And Consumers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Solve the producer—consumer problem discussed above using: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circular buffer you implemented before, and;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Semaphores.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case of a single producer and a single consumer at first, and then generalise 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single producer and multiple consumers;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multiple producers and multiple consumers.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EAEDD3-D4FF-4933-B58E-2175AEB393A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Much Like Your Assignment…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Create a simple C function named foo() that: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takes a string as an argument;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randomly permutes its characters, stripping out any whitespace, and;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returns the mutated version of the string.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this as a mock “service” implement IPC between a parent process which shares a user provided string and a child process which mutates that string using foo() and returns the mutated version to the parent process. You should implement this in the following three different ways: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pipes.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shared memory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+ semaphores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message queues.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7FDDE9-DCA2-4A9C-A3BB-2CFF069B6BA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Nasal Demons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is a well known fact that the C compiler can do a lot of stuff at its own will and discretion. One of the most popular capabilities of the C compiler is that of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making demons fly out of your nose.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Your mission for this exercise is 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Find out what is the relationship between nasal demons and the C compiler and summarise your findings.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reproduce this behaviour — in the context of its original first appearance in this world, do not try to manipulate demons through your nose in any realistic manner!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C80C31-4AC2-4053-B7A6-7F398716516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fill-in the questionnaire (check right)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2800" y="4080240"/>
            <a:ext cx="4381920" cy="453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6000"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https://forms.gle/aj7pYsK1ksufD6xYA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Google Shape;182;p10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34920" y="106308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203" name="PlaceHolder 4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FC01E1-4EBE-452A-ACAB-65EC847665C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subTitle"/>
          </p:nvPr>
        </p:nvSpPr>
        <p:spPr>
          <a:xfrm>
            <a:off x="768600" y="2112120"/>
            <a:ext cx="3300480" cy="893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Office Hours: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Glydafa: Tuesday, 09:00–10:00, PC Lab</a:t>
            </a:r>
            <a:br>
              <a:rPr sz="1300"/>
            </a:b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Pellinis: Wednesday, 15:00–17:00, 203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2025-12-05T11:42:58Z</dcterms:modified>
  <cp:revision>2</cp:revision>
  <dc:subject/>
  <dc:title/>
</cp:coreProperties>
</file>