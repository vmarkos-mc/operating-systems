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4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_rels/presentation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47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31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42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41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36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43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38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45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37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44.xml.rels" ContentType="application/vnd.openxmlformats-package.relationships+xml"/>
  <Override PartName="/ppt/slideLayouts/_rels/slideLayout46.xml.rels" ContentType="application/vnd.openxmlformats-package.relationships+xml"/>
  <Override PartName="/ppt/slideLayouts/_rels/slideLayout48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40.xml.rels" ContentType="application/vnd.openxmlformats-package.relationships+xml"/>
  <Override PartName="/ppt/slideLayouts/_rels/slideLayout39.xml.rels" ContentType="application/vnd.openxmlformats-package.relationships+xml"/>
  <Override PartName="/ppt/slideLayouts/slideLayout2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5.xml" ContentType="application/vnd.openxmlformats-officedocument.presentationml.slideLayout+xml"/>
  <Override PartName="/ppt/media/image1.png" ContentType="image/png"/>
  <Override PartName="/ppt/media/image2.png" ContentType="image/png"/>
  <Override PartName="/ppt/media/image3.png" ContentType="image/png"/>
  <Override PartName="/ppt/presProps.xml" ContentType="application/vnd.openxmlformats-officedocument.presentationml.presProps+xml"/>
  <Override PartName="/ppt/slides/slide29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4.xml" ContentType="application/vnd.openxmlformats-officedocument.presentationml.slide+xml"/>
  <Override PartName="/ppt/slides/_rels/slide16.xml.rels" ContentType="application/vnd.openxmlformats-package.relationships+xml"/>
  <Override PartName="/ppt/slides/_rels/slide25.xml.rels" ContentType="application/vnd.openxmlformats-package.relationships+xml"/>
  <Override PartName="/ppt/slides/_rels/slide10.xml.rels" ContentType="application/vnd.openxmlformats-package.relationships+xml"/>
  <Override PartName="/ppt/slides/_rels/slide27.xml.rels" ContentType="application/vnd.openxmlformats-package.relationships+xml"/>
  <Override PartName="/ppt/slides/_rels/slide8.xml.rels" ContentType="application/vnd.openxmlformats-package.relationships+xml"/>
  <Override PartName="/ppt/slides/_rels/slide21.xml.rels" ContentType="application/vnd.openxmlformats-package.relationships+xml"/>
  <Override PartName="/ppt/slides/_rels/slide2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7.xml.rels" ContentType="application/vnd.openxmlformats-package.relationships+xml"/>
  <Override PartName="/ppt/slides/_rels/slide20.xml.rels" ContentType="application/vnd.openxmlformats-package.relationships+xml"/>
  <Override PartName="/ppt/slides/_rels/slide1.xml.rels" ContentType="application/vnd.openxmlformats-package.relationships+xml"/>
  <Override PartName="/ppt/slides/_rels/slide4.xml.rels" ContentType="application/vnd.openxmlformats-package.relationships+xml"/>
  <Override PartName="/ppt/slides/_rels/slide11.xml.rels" ContentType="application/vnd.openxmlformats-package.relationships+xml"/>
  <Override PartName="/ppt/slides/_rels/slide26.xml.rels" ContentType="application/vnd.openxmlformats-package.relationships+xml"/>
  <Override PartName="/ppt/slides/_rels/slide17.xml.rels" ContentType="application/vnd.openxmlformats-package.relationships+xml"/>
  <Override PartName="/ppt/slides/_rels/slide12.xml.rels" ContentType="application/vnd.openxmlformats-package.relationships+xml"/>
  <Override PartName="/ppt/slides/_rels/slide18.xml.rels" ContentType="application/vnd.openxmlformats-package.relationships+xml"/>
  <Override PartName="/ppt/slides/_rels/slide13.xml.rels" ContentType="application/vnd.openxmlformats-package.relationships+xml"/>
  <Override PartName="/ppt/slides/_rels/slide19.xml.rels" ContentType="application/vnd.openxmlformats-package.relationships+xml"/>
  <Override PartName="/ppt/slides/_rels/slide9.xml.rels" ContentType="application/vnd.openxmlformats-package.relationships+xml"/>
  <Override PartName="/ppt/slides/_rels/slide3.xml.rels" ContentType="application/vnd.openxmlformats-package.relationships+xml"/>
  <Override PartName="/ppt/slides/_rels/slide28.xml.rels" ContentType="application/vnd.openxmlformats-package.relationships+xml"/>
  <Override PartName="/ppt/slides/_rels/slide22.xml.rels" ContentType="application/vnd.openxmlformats-package.relationships+xml"/>
  <Override PartName="/ppt/slides/_rels/slide29.xml.rels" ContentType="application/vnd.openxmlformats-package.relationships+xml"/>
  <Override PartName="/ppt/slides/_rels/slide30.xml.rels" ContentType="application/vnd.openxmlformats-package.relationships+xml"/>
  <Override PartName="/ppt/slides/_rels/slide14.xml.rels" ContentType="application/vnd.openxmlformats-package.relationships+xml"/>
  <Override PartName="/ppt/slides/_rels/slide23.xml.rels" ContentType="application/vnd.openxmlformats-package.relationships+xml"/>
  <Override PartName="/ppt/slides/_rels/slide24.xml.rels" ContentType="application/vnd.openxmlformats-package.relationships+xml"/>
  <Override PartName="/ppt/slides/_rels/slide15.xml.rels" ContentType="application/vnd.openxmlformats-package.relationships+xml"/>
  <Override PartName="/ppt/slides/_rels/slide31.xml.rels" ContentType="application/vnd.openxmlformats-package.relationships+xml"/>
  <Override PartName="/ppt/slides/slide30.xml" ContentType="application/vnd.openxmlformats-officedocument.presentationml.slide+xml"/>
  <Override PartName="/ppt/slides/slide5.xml" ContentType="application/vnd.openxmlformats-officedocument.presentationml.slide+xml"/>
  <Override PartName="/ppt/slides/slide31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s/slide19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  <p:sldMasterId id="2147483687" r:id="rId5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</p:sldIdLst>
  <p:sldSz cx="9144000" cy="51435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4E2D1EDB-DCEE-4E7E-A612-052AEA0377DA}" type="slidenum">
              <a:t>&lt;#&gt;</a:t>
            </a:fld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730080" y="1318680"/>
            <a:ext cx="3300480" cy="168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5174280" y="1352520"/>
            <a:ext cx="3373920" cy="302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30C455FF-A83A-4159-863D-9D5173CF93CF}" type="slidenum">
              <a:t>&lt;#&gt;</a:t>
            </a:fld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730080" y="1318680"/>
            <a:ext cx="3300480" cy="168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/>
          </p:nvPr>
        </p:nvSpPr>
        <p:spPr>
          <a:xfrm>
            <a:off x="5174280" y="1352520"/>
            <a:ext cx="3373920" cy="302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069AE8DD-505D-44C0-932A-FCB4743C1956}" type="slidenum">
              <a:t>&lt;#&gt;</a:t>
            </a:fld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730080" y="1318680"/>
            <a:ext cx="3300480" cy="168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5174280" y="1352520"/>
            <a:ext cx="1646280" cy="302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/>
          </p:nvPr>
        </p:nvSpPr>
        <p:spPr>
          <a:xfrm>
            <a:off x="6903360" y="1352520"/>
            <a:ext cx="1646280" cy="302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7D2B0228-4B54-46A9-99E0-198C0C7FE464}" type="slidenum">
              <a:t>&lt;#&gt;</a:t>
            </a:fld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730080" y="1318680"/>
            <a:ext cx="3300480" cy="168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CBD13947-D193-46D3-ACE0-458E5B94432F}" type="slidenum">
              <a:t>&lt;#&gt;</a:t>
            </a:fld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subTitle"/>
          </p:nvPr>
        </p:nvSpPr>
        <p:spPr>
          <a:xfrm>
            <a:off x="730080" y="1318680"/>
            <a:ext cx="3300480" cy="7821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9F36C83E-86F1-4B86-B6EB-475EFC92AA49}" type="slidenum">
              <a:t>&lt;#&gt;</a:t>
            </a:fld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730080" y="1318680"/>
            <a:ext cx="3300480" cy="168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/>
          </p:nvPr>
        </p:nvSpPr>
        <p:spPr>
          <a:xfrm>
            <a:off x="5174280" y="1352520"/>
            <a:ext cx="164628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/>
          </p:nvPr>
        </p:nvSpPr>
        <p:spPr>
          <a:xfrm>
            <a:off x="6903360" y="1352520"/>
            <a:ext cx="1646280" cy="302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/>
          </p:nvPr>
        </p:nvSpPr>
        <p:spPr>
          <a:xfrm>
            <a:off x="5174280" y="2932920"/>
            <a:ext cx="164628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5006FDF2-94B7-4371-99F8-112BE75F72B6}" type="slidenum">
              <a:t>&lt;#&gt;</a:t>
            </a:fld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30080" y="1318680"/>
            <a:ext cx="3300480" cy="168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/>
          </p:nvPr>
        </p:nvSpPr>
        <p:spPr>
          <a:xfrm>
            <a:off x="5174280" y="1352520"/>
            <a:ext cx="1646280" cy="302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/>
          </p:nvPr>
        </p:nvSpPr>
        <p:spPr>
          <a:xfrm>
            <a:off x="6903360" y="1352520"/>
            <a:ext cx="164628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/>
          </p:nvPr>
        </p:nvSpPr>
        <p:spPr>
          <a:xfrm>
            <a:off x="6903360" y="2932920"/>
            <a:ext cx="164628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E0515E67-D10F-475B-9183-4AE57F50B7D7}" type="slidenum">
              <a:t>&lt;#&gt;</a:t>
            </a:fld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730080" y="1318680"/>
            <a:ext cx="3300480" cy="168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/>
          </p:nvPr>
        </p:nvSpPr>
        <p:spPr>
          <a:xfrm>
            <a:off x="5174280" y="1352520"/>
            <a:ext cx="164628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/>
          </p:nvPr>
        </p:nvSpPr>
        <p:spPr>
          <a:xfrm>
            <a:off x="6903360" y="1352520"/>
            <a:ext cx="164628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4"/>
          <p:cNvSpPr>
            <a:spLocks noGrp="1"/>
          </p:cNvSpPr>
          <p:nvPr>
            <p:ph/>
          </p:nvPr>
        </p:nvSpPr>
        <p:spPr>
          <a:xfrm>
            <a:off x="5174280" y="2932920"/>
            <a:ext cx="337392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1FBF0877-31FF-4929-B4C0-8A32710C7A74}" type="slidenum">
              <a:t>&lt;#&gt;</a:t>
            </a:fld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730080" y="1318680"/>
            <a:ext cx="3300480" cy="168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5174280" y="1352520"/>
            <a:ext cx="337392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5174280" y="2932920"/>
            <a:ext cx="337392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EB2A0A27-071D-4F8B-B4F1-A4D4BF43E89E}" type="slidenum">
              <a:t>&lt;#&gt;</a:t>
            </a:fld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730080" y="1318680"/>
            <a:ext cx="3300480" cy="168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/>
          </p:nvPr>
        </p:nvSpPr>
        <p:spPr>
          <a:xfrm>
            <a:off x="5174280" y="1352520"/>
            <a:ext cx="164628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/>
          </p:nvPr>
        </p:nvSpPr>
        <p:spPr>
          <a:xfrm>
            <a:off x="6903360" y="1352520"/>
            <a:ext cx="164628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/>
          </p:nvPr>
        </p:nvSpPr>
        <p:spPr>
          <a:xfrm>
            <a:off x="5174280" y="2932920"/>
            <a:ext cx="164628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/>
          </p:nvPr>
        </p:nvSpPr>
        <p:spPr>
          <a:xfrm>
            <a:off x="6903360" y="2932920"/>
            <a:ext cx="164628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7DAB3AC3-650C-4A18-A196-180F3DB4CCA8}" type="slidenum">
              <a:t>&lt;#&gt;</a:t>
            </a:fld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730080" y="1318680"/>
            <a:ext cx="3300480" cy="168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/>
          </p:nvPr>
        </p:nvSpPr>
        <p:spPr>
          <a:xfrm>
            <a:off x="5174280" y="1352520"/>
            <a:ext cx="108612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/>
          </p:nvPr>
        </p:nvSpPr>
        <p:spPr>
          <a:xfrm>
            <a:off x="6315120" y="1352520"/>
            <a:ext cx="108612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/>
          </p:nvPr>
        </p:nvSpPr>
        <p:spPr>
          <a:xfrm>
            <a:off x="7455960" y="1352520"/>
            <a:ext cx="108612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/>
          </p:nvPr>
        </p:nvSpPr>
        <p:spPr>
          <a:xfrm>
            <a:off x="5174280" y="2932920"/>
            <a:ext cx="108612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6"/>
          <p:cNvSpPr>
            <a:spLocks noGrp="1"/>
          </p:cNvSpPr>
          <p:nvPr>
            <p:ph/>
          </p:nvPr>
        </p:nvSpPr>
        <p:spPr>
          <a:xfrm>
            <a:off x="6315120" y="2932920"/>
            <a:ext cx="108612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PlaceHolder 7"/>
          <p:cNvSpPr>
            <a:spLocks noGrp="1"/>
          </p:cNvSpPr>
          <p:nvPr>
            <p:ph/>
          </p:nvPr>
        </p:nvSpPr>
        <p:spPr>
          <a:xfrm>
            <a:off x="7455960" y="2932920"/>
            <a:ext cx="108612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938703E3-5DC0-43B0-A42E-B8E89615FB56}" type="slidenum">
              <a:t>&lt;#&gt;</a:t>
            </a:fld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58043F96-FA3D-4C5B-A396-D376DFCA85FB}" type="slidenum">
              <a:t>&lt;#&gt;</a:t>
            </a:fld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730080" y="1318680"/>
            <a:ext cx="3300480" cy="168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subTitle"/>
          </p:nvPr>
        </p:nvSpPr>
        <p:spPr>
          <a:xfrm>
            <a:off x="5174280" y="1352520"/>
            <a:ext cx="3373920" cy="302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FA683151-E975-4CC0-81AB-39515B1C71C1}" type="slidenum">
              <a:t>&lt;#&gt;</a:t>
            </a:fld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730080" y="1318680"/>
            <a:ext cx="3300480" cy="168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/>
          </p:nvPr>
        </p:nvSpPr>
        <p:spPr>
          <a:xfrm>
            <a:off x="5174280" y="1352520"/>
            <a:ext cx="3373920" cy="302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32F14553-0F88-4FCC-AB9F-96F665DBFE28}" type="slidenum">
              <a:t>&lt;#&gt;</a:t>
            </a:fld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730080" y="1318680"/>
            <a:ext cx="3300480" cy="168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/>
          </p:nvPr>
        </p:nvSpPr>
        <p:spPr>
          <a:xfrm>
            <a:off x="5174280" y="1352520"/>
            <a:ext cx="1646280" cy="302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/>
          </p:nvPr>
        </p:nvSpPr>
        <p:spPr>
          <a:xfrm>
            <a:off x="6903360" y="1352520"/>
            <a:ext cx="1646280" cy="302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DE227474-A630-4859-B167-B08EAFC54396}" type="slidenum">
              <a:t>&lt;#&gt;</a:t>
            </a:fld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730080" y="1318680"/>
            <a:ext cx="3300480" cy="168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EC5C2DE8-082A-4239-BEA1-36B089798335}" type="slidenum">
              <a:t>&lt;#&gt;</a:t>
            </a:fld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subTitle"/>
          </p:nvPr>
        </p:nvSpPr>
        <p:spPr>
          <a:xfrm>
            <a:off x="730080" y="1318680"/>
            <a:ext cx="3300480" cy="7821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FC9FBB65-3F2D-4F27-92D1-11104F94656F}" type="slidenum">
              <a:t>&lt;#&gt;</a:t>
            </a:fld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730080" y="1318680"/>
            <a:ext cx="3300480" cy="168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5174280" y="1352520"/>
            <a:ext cx="164628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/>
          </p:nvPr>
        </p:nvSpPr>
        <p:spPr>
          <a:xfrm>
            <a:off x="6903360" y="1352520"/>
            <a:ext cx="1646280" cy="302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/>
          </p:nvPr>
        </p:nvSpPr>
        <p:spPr>
          <a:xfrm>
            <a:off x="5174280" y="2932920"/>
            <a:ext cx="164628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65AF5332-0054-4B45-A6EB-C199273B71B8}" type="slidenum">
              <a:t>&lt;#&gt;</a:t>
            </a:fld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730080" y="1318680"/>
            <a:ext cx="3300480" cy="168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5174280" y="1352520"/>
            <a:ext cx="1646280" cy="302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/>
          </p:nvPr>
        </p:nvSpPr>
        <p:spPr>
          <a:xfrm>
            <a:off x="6903360" y="1352520"/>
            <a:ext cx="164628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/>
          </p:nvPr>
        </p:nvSpPr>
        <p:spPr>
          <a:xfrm>
            <a:off x="6903360" y="2932920"/>
            <a:ext cx="164628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6A701704-06C7-4AF1-8A73-F2A326D1B39A}" type="slidenum">
              <a:t>&lt;#&gt;</a:t>
            </a:fld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730080" y="1318680"/>
            <a:ext cx="3300480" cy="168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5174280" y="1352520"/>
            <a:ext cx="164628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6903360" y="1352520"/>
            <a:ext cx="164628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5174280" y="2932920"/>
            <a:ext cx="337392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9B8700EE-8AFD-4F75-BE80-C11749469A1E}" type="slidenum">
              <a:t>&lt;#&gt;</a:t>
            </a:fld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730080" y="1318680"/>
            <a:ext cx="3300480" cy="168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5174280" y="1352520"/>
            <a:ext cx="337392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5174280" y="2932920"/>
            <a:ext cx="337392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929FBCF5-87F6-4D06-BCE5-174025C2B689}" type="slidenum">
              <a:t>&lt;#&gt;</a:t>
            </a:fld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730080" y="1318680"/>
            <a:ext cx="3300480" cy="168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PlaceHolder 2"/>
          <p:cNvSpPr>
            <a:spLocks noGrp="1"/>
          </p:cNvSpPr>
          <p:nvPr>
            <p:ph/>
          </p:nvPr>
        </p:nvSpPr>
        <p:spPr>
          <a:xfrm>
            <a:off x="5174280" y="1352520"/>
            <a:ext cx="164628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PlaceHolder 3"/>
          <p:cNvSpPr>
            <a:spLocks noGrp="1"/>
          </p:cNvSpPr>
          <p:nvPr>
            <p:ph/>
          </p:nvPr>
        </p:nvSpPr>
        <p:spPr>
          <a:xfrm>
            <a:off x="6903360" y="1352520"/>
            <a:ext cx="164628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PlaceHolder 4"/>
          <p:cNvSpPr>
            <a:spLocks noGrp="1"/>
          </p:cNvSpPr>
          <p:nvPr>
            <p:ph/>
          </p:nvPr>
        </p:nvSpPr>
        <p:spPr>
          <a:xfrm>
            <a:off x="5174280" y="2932920"/>
            <a:ext cx="164628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PlaceHolder 5"/>
          <p:cNvSpPr>
            <a:spLocks noGrp="1"/>
          </p:cNvSpPr>
          <p:nvPr>
            <p:ph/>
          </p:nvPr>
        </p:nvSpPr>
        <p:spPr>
          <a:xfrm>
            <a:off x="6903360" y="2932920"/>
            <a:ext cx="164628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D3D3B744-4C1D-41A3-B219-D9EEB57654AA}" type="slidenum">
              <a:t>&lt;#&gt;</a:t>
            </a:fld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730080" y="1318680"/>
            <a:ext cx="3300480" cy="168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5174280" y="1352520"/>
            <a:ext cx="108612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6315120" y="1352520"/>
            <a:ext cx="108612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PlaceHolder 4"/>
          <p:cNvSpPr>
            <a:spLocks noGrp="1"/>
          </p:cNvSpPr>
          <p:nvPr>
            <p:ph/>
          </p:nvPr>
        </p:nvSpPr>
        <p:spPr>
          <a:xfrm>
            <a:off x="7455960" y="1352520"/>
            <a:ext cx="108612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PlaceHolder 5"/>
          <p:cNvSpPr>
            <a:spLocks noGrp="1"/>
          </p:cNvSpPr>
          <p:nvPr>
            <p:ph/>
          </p:nvPr>
        </p:nvSpPr>
        <p:spPr>
          <a:xfrm>
            <a:off x="5174280" y="2932920"/>
            <a:ext cx="108612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PlaceHolder 6"/>
          <p:cNvSpPr>
            <a:spLocks noGrp="1"/>
          </p:cNvSpPr>
          <p:nvPr>
            <p:ph/>
          </p:nvPr>
        </p:nvSpPr>
        <p:spPr>
          <a:xfrm>
            <a:off x="6315120" y="2932920"/>
            <a:ext cx="108612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PlaceHolder 7"/>
          <p:cNvSpPr>
            <a:spLocks noGrp="1"/>
          </p:cNvSpPr>
          <p:nvPr>
            <p:ph/>
          </p:nvPr>
        </p:nvSpPr>
        <p:spPr>
          <a:xfrm>
            <a:off x="7455960" y="2932920"/>
            <a:ext cx="108612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13D43B56-B143-4B6A-B42A-10C86F71EDA6}" type="slidenum">
              <a:t>&lt;#&gt;</a:t>
            </a:fld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4E712E9-9929-4F4F-B67F-315C9D3A7DCA}" type="slidenum">
              <a:t>&lt;#&gt;</a:t>
            </a:fld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730080" y="1318680"/>
            <a:ext cx="3300480" cy="168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PlaceHolder 2"/>
          <p:cNvSpPr>
            <a:spLocks noGrp="1"/>
          </p:cNvSpPr>
          <p:nvPr>
            <p:ph type="subTitle"/>
          </p:nvPr>
        </p:nvSpPr>
        <p:spPr>
          <a:xfrm>
            <a:off x="5174280" y="1352520"/>
            <a:ext cx="3373920" cy="302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4C4C15E-60CE-478B-97C2-B9042F5BD283}" type="slidenum">
              <a:t>&lt;#&gt;</a:t>
            </a:fld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730080" y="1318680"/>
            <a:ext cx="3300480" cy="168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PlaceHolder 2"/>
          <p:cNvSpPr>
            <a:spLocks noGrp="1"/>
          </p:cNvSpPr>
          <p:nvPr>
            <p:ph/>
          </p:nvPr>
        </p:nvSpPr>
        <p:spPr>
          <a:xfrm>
            <a:off x="5174280" y="1352520"/>
            <a:ext cx="3373920" cy="302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C74ADA8-487A-4F77-976E-BB0A07960871}" type="slidenum">
              <a:t>&lt;#&gt;</a:t>
            </a:fld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730080" y="1318680"/>
            <a:ext cx="3300480" cy="168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PlaceHolder 2"/>
          <p:cNvSpPr>
            <a:spLocks noGrp="1"/>
          </p:cNvSpPr>
          <p:nvPr>
            <p:ph/>
          </p:nvPr>
        </p:nvSpPr>
        <p:spPr>
          <a:xfrm>
            <a:off x="5174280" y="1352520"/>
            <a:ext cx="1646280" cy="302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PlaceHolder 3"/>
          <p:cNvSpPr>
            <a:spLocks noGrp="1"/>
          </p:cNvSpPr>
          <p:nvPr>
            <p:ph/>
          </p:nvPr>
        </p:nvSpPr>
        <p:spPr>
          <a:xfrm>
            <a:off x="6903360" y="1352520"/>
            <a:ext cx="1646280" cy="302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442D71A-2FFB-4E23-92EC-78867A572ECE}" type="slidenum">
              <a:t>&lt;#&gt;</a:t>
            </a:fld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730080" y="1318680"/>
            <a:ext cx="3300480" cy="168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C8D7BC9-8754-4EAA-B38B-250D87779A48}" type="slidenum">
              <a:t>&lt;#&gt;</a:t>
            </a:fld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subTitle"/>
          </p:nvPr>
        </p:nvSpPr>
        <p:spPr>
          <a:xfrm>
            <a:off x="730080" y="1318680"/>
            <a:ext cx="3300480" cy="7821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B6386AA-0CB3-4F7E-BB56-AB41D91C2FE2}" type="slidenum">
              <a:t>&lt;#&gt;</a:t>
            </a:fld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730080" y="1318680"/>
            <a:ext cx="3300480" cy="168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5174280" y="1352520"/>
            <a:ext cx="164628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PlaceHolder 3"/>
          <p:cNvSpPr>
            <a:spLocks noGrp="1"/>
          </p:cNvSpPr>
          <p:nvPr>
            <p:ph/>
          </p:nvPr>
        </p:nvSpPr>
        <p:spPr>
          <a:xfrm>
            <a:off x="6903360" y="1352520"/>
            <a:ext cx="1646280" cy="302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PlaceHolder 4"/>
          <p:cNvSpPr>
            <a:spLocks noGrp="1"/>
          </p:cNvSpPr>
          <p:nvPr>
            <p:ph/>
          </p:nvPr>
        </p:nvSpPr>
        <p:spPr>
          <a:xfrm>
            <a:off x="5174280" y="2932920"/>
            <a:ext cx="164628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648BF76-79E2-4B8B-B90C-D02143BFC5FA}" type="slidenum">
              <a:t>&lt;#&gt;</a:t>
            </a:fld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730080" y="1318680"/>
            <a:ext cx="3300480" cy="168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PlaceHolder 2"/>
          <p:cNvSpPr>
            <a:spLocks noGrp="1"/>
          </p:cNvSpPr>
          <p:nvPr>
            <p:ph/>
          </p:nvPr>
        </p:nvSpPr>
        <p:spPr>
          <a:xfrm>
            <a:off x="5174280" y="1352520"/>
            <a:ext cx="1646280" cy="302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PlaceHolder 3"/>
          <p:cNvSpPr>
            <a:spLocks noGrp="1"/>
          </p:cNvSpPr>
          <p:nvPr>
            <p:ph/>
          </p:nvPr>
        </p:nvSpPr>
        <p:spPr>
          <a:xfrm>
            <a:off x="6903360" y="1352520"/>
            <a:ext cx="164628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PlaceHolder 4"/>
          <p:cNvSpPr>
            <a:spLocks noGrp="1"/>
          </p:cNvSpPr>
          <p:nvPr>
            <p:ph/>
          </p:nvPr>
        </p:nvSpPr>
        <p:spPr>
          <a:xfrm>
            <a:off x="6903360" y="2932920"/>
            <a:ext cx="164628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1AA1BE3-7C01-48C6-9E8E-53D0FAC10C15}" type="slidenum">
              <a:t>&lt;#&gt;</a:t>
            </a:fld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730080" y="1318680"/>
            <a:ext cx="3300480" cy="168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PlaceHolder 2"/>
          <p:cNvSpPr>
            <a:spLocks noGrp="1"/>
          </p:cNvSpPr>
          <p:nvPr>
            <p:ph/>
          </p:nvPr>
        </p:nvSpPr>
        <p:spPr>
          <a:xfrm>
            <a:off x="5174280" y="1352520"/>
            <a:ext cx="164628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PlaceHolder 3"/>
          <p:cNvSpPr>
            <a:spLocks noGrp="1"/>
          </p:cNvSpPr>
          <p:nvPr>
            <p:ph/>
          </p:nvPr>
        </p:nvSpPr>
        <p:spPr>
          <a:xfrm>
            <a:off x="6903360" y="1352520"/>
            <a:ext cx="164628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PlaceHolder 4"/>
          <p:cNvSpPr>
            <a:spLocks noGrp="1"/>
          </p:cNvSpPr>
          <p:nvPr>
            <p:ph/>
          </p:nvPr>
        </p:nvSpPr>
        <p:spPr>
          <a:xfrm>
            <a:off x="5174280" y="2932920"/>
            <a:ext cx="337392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FD8A30C-FC9C-43D8-A2E7-F529B96AEA6B}" type="slidenum">
              <a:t>&lt;#&gt;</a:t>
            </a:fld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/>
          </p:cNvSpPr>
          <p:nvPr>
            <p:ph type="title"/>
          </p:nvPr>
        </p:nvSpPr>
        <p:spPr>
          <a:xfrm>
            <a:off x="730080" y="1318680"/>
            <a:ext cx="3300480" cy="168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PlaceHolder 2"/>
          <p:cNvSpPr>
            <a:spLocks noGrp="1"/>
          </p:cNvSpPr>
          <p:nvPr>
            <p:ph/>
          </p:nvPr>
        </p:nvSpPr>
        <p:spPr>
          <a:xfrm>
            <a:off x="5174280" y="1352520"/>
            <a:ext cx="337392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PlaceHolder 3"/>
          <p:cNvSpPr>
            <a:spLocks noGrp="1"/>
          </p:cNvSpPr>
          <p:nvPr>
            <p:ph/>
          </p:nvPr>
        </p:nvSpPr>
        <p:spPr>
          <a:xfrm>
            <a:off x="5174280" y="2932920"/>
            <a:ext cx="337392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1B2E5DC-3F1B-4B86-9A1A-97FE160FC7AD}" type="slidenum">
              <a:t>&lt;#&gt;</a:t>
            </a:fld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PlaceHolder 1"/>
          <p:cNvSpPr>
            <a:spLocks noGrp="1"/>
          </p:cNvSpPr>
          <p:nvPr>
            <p:ph type="title"/>
          </p:nvPr>
        </p:nvSpPr>
        <p:spPr>
          <a:xfrm>
            <a:off x="730080" y="1318680"/>
            <a:ext cx="3300480" cy="168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PlaceHolder 2"/>
          <p:cNvSpPr>
            <a:spLocks noGrp="1"/>
          </p:cNvSpPr>
          <p:nvPr>
            <p:ph/>
          </p:nvPr>
        </p:nvSpPr>
        <p:spPr>
          <a:xfrm>
            <a:off x="5174280" y="1352520"/>
            <a:ext cx="164628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PlaceHolder 3"/>
          <p:cNvSpPr>
            <a:spLocks noGrp="1"/>
          </p:cNvSpPr>
          <p:nvPr>
            <p:ph/>
          </p:nvPr>
        </p:nvSpPr>
        <p:spPr>
          <a:xfrm>
            <a:off x="6903360" y="1352520"/>
            <a:ext cx="164628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PlaceHolder 4"/>
          <p:cNvSpPr>
            <a:spLocks noGrp="1"/>
          </p:cNvSpPr>
          <p:nvPr>
            <p:ph/>
          </p:nvPr>
        </p:nvSpPr>
        <p:spPr>
          <a:xfrm>
            <a:off x="5174280" y="2932920"/>
            <a:ext cx="164628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PlaceHolder 5"/>
          <p:cNvSpPr>
            <a:spLocks noGrp="1"/>
          </p:cNvSpPr>
          <p:nvPr>
            <p:ph/>
          </p:nvPr>
        </p:nvSpPr>
        <p:spPr>
          <a:xfrm>
            <a:off x="6903360" y="2932920"/>
            <a:ext cx="164628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9383464-5FA2-48ED-A163-33A47F6D8931}" type="slidenum">
              <a:t>&lt;#&gt;</a:t>
            </a:fld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laceHolder 1"/>
          <p:cNvSpPr>
            <a:spLocks noGrp="1"/>
          </p:cNvSpPr>
          <p:nvPr>
            <p:ph type="title"/>
          </p:nvPr>
        </p:nvSpPr>
        <p:spPr>
          <a:xfrm>
            <a:off x="730080" y="1318680"/>
            <a:ext cx="3300480" cy="168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PlaceHolder 2"/>
          <p:cNvSpPr>
            <a:spLocks noGrp="1"/>
          </p:cNvSpPr>
          <p:nvPr>
            <p:ph/>
          </p:nvPr>
        </p:nvSpPr>
        <p:spPr>
          <a:xfrm>
            <a:off x="5174280" y="1352520"/>
            <a:ext cx="108612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PlaceHolder 3"/>
          <p:cNvSpPr>
            <a:spLocks noGrp="1"/>
          </p:cNvSpPr>
          <p:nvPr>
            <p:ph/>
          </p:nvPr>
        </p:nvSpPr>
        <p:spPr>
          <a:xfrm>
            <a:off x="6315120" y="1352520"/>
            <a:ext cx="108612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PlaceHolder 4"/>
          <p:cNvSpPr>
            <a:spLocks noGrp="1"/>
          </p:cNvSpPr>
          <p:nvPr>
            <p:ph/>
          </p:nvPr>
        </p:nvSpPr>
        <p:spPr>
          <a:xfrm>
            <a:off x="7455960" y="1352520"/>
            <a:ext cx="108612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PlaceHolder 5"/>
          <p:cNvSpPr>
            <a:spLocks noGrp="1"/>
          </p:cNvSpPr>
          <p:nvPr>
            <p:ph/>
          </p:nvPr>
        </p:nvSpPr>
        <p:spPr>
          <a:xfrm>
            <a:off x="5174280" y="2932920"/>
            <a:ext cx="108612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PlaceHolder 6"/>
          <p:cNvSpPr>
            <a:spLocks noGrp="1"/>
          </p:cNvSpPr>
          <p:nvPr>
            <p:ph/>
          </p:nvPr>
        </p:nvSpPr>
        <p:spPr>
          <a:xfrm>
            <a:off x="6315120" y="2932920"/>
            <a:ext cx="108612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PlaceHolder 7"/>
          <p:cNvSpPr>
            <a:spLocks noGrp="1"/>
          </p:cNvSpPr>
          <p:nvPr>
            <p:ph/>
          </p:nvPr>
        </p:nvSpPr>
        <p:spPr>
          <a:xfrm>
            <a:off x="7455960" y="2932920"/>
            <a:ext cx="108612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59D6E92-DDCB-4A6C-B314-3137840C7A00}" type="slidenum">
              <a:t>&lt;#&gt;</a:t>
            </a:fld>
          </a:p>
        </p:txBody>
      </p:sp>
    </p:spTree>
  </p:cSld>
</p:sldLayout>
</file>

<file path=ppt/slideLayouts/slideLayout3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BB184B7A-E680-4DBB-BADC-84781811974D}" type="slidenum">
              <a:t>&lt;#&gt;</a:t>
            </a:fld>
          </a:p>
        </p:txBody>
      </p:sp>
    </p:spTree>
  </p:cSld>
</p:sldLayout>
</file>

<file path=ppt/slideLayouts/slideLayout3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PlaceHolder 1"/>
          <p:cNvSpPr>
            <a:spLocks noGrp="1"/>
          </p:cNvSpPr>
          <p:nvPr>
            <p:ph type="title"/>
          </p:nvPr>
        </p:nvSpPr>
        <p:spPr>
          <a:xfrm>
            <a:off x="730080" y="1318680"/>
            <a:ext cx="3300480" cy="168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PlaceHolder 2"/>
          <p:cNvSpPr>
            <a:spLocks noGrp="1"/>
          </p:cNvSpPr>
          <p:nvPr>
            <p:ph type="subTitle"/>
          </p:nvPr>
        </p:nvSpPr>
        <p:spPr>
          <a:xfrm>
            <a:off x="5174280" y="1352520"/>
            <a:ext cx="3373920" cy="302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25D69A84-6A1E-41CD-BEB3-86FE8683D4D0}" type="slidenum">
              <a:t>&lt;#&gt;</a:t>
            </a:fld>
          </a:p>
        </p:txBody>
      </p:sp>
    </p:spTree>
  </p:cSld>
</p:sldLayout>
</file>

<file path=ppt/slideLayouts/slideLayout3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PlaceHolder 1"/>
          <p:cNvSpPr>
            <a:spLocks noGrp="1"/>
          </p:cNvSpPr>
          <p:nvPr>
            <p:ph type="title"/>
          </p:nvPr>
        </p:nvSpPr>
        <p:spPr>
          <a:xfrm>
            <a:off x="730080" y="1318680"/>
            <a:ext cx="3300480" cy="168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PlaceHolder 2"/>
          <p:cNvSpPr>
            <a:spLocks noGrp="1"/>
          </p:cNvSpPr>
          <p:nvPr>
            <p:ph/>
          </p:nvPr>
        </p:nvSpPr>
        <p:spPr>
          <a:xfrm>
            <a:off x="5174280" y="1352520"/>
            <a:ext cx="3373920" cy="302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F20FB8F9-8B59-40AE-B33A-8EE67FAE04E7}" type="slidenum">
              <a:t>&lt;#&gt;</a:t>
            </a:fld>
          </a:p>
        </p:txBody>
      </p:sp>
    </p:spTree>
  </p:cSld>
</p:sldLayout>
</file>

<file path=ppt/slideLayouts/slideLayout4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PlaceHolder 1"/>
          <p:cNvSpPr>
            <a:spLocks noGrp="1"/>
          </p:cNvSpPr>
          <p:nvPr>
            <p:ph type="title"/>
          </p:nvPr>
        </p:nvSpPr>
        <p:spPr>
          <a:xfrm>
            <a:off x="730080" y="1318680"/>
            <a:ext cx="3300480" cy="168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PlaceHolder 2"/>
          <p:cNvSpPr>
            <a:spLocks noGrp="1"/>
          </p:cNvSpPr>
          <p:nvPr>
            <p:ph/>
          </p:nvPr>
        </p:nvSpPr>
        <p:spPr>
          <a:xfrm>
            <a:off x="5174280" y="1352520"/>
            <a:ext cx="1646280" cy="302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PlaceHolder 3"/>
          <p:cNvSpPr>
            <a:spLocks noGrp="1"/>
          </p:cNvSpPr>
          <p:nvPr>
            <p:ph/>
          </p:nvPr>
        </p:nvSpPr>
        <p:spPr>
          <a:xfrm>
            <a:off x="6903360" y="1352520"/>
            <a:ext cx="1646280" cy="302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E21BE9DE-D69F-4893-8513-805A2F61C865}" type="slidenum">
              <a:t>&lt;#&gt;</a:t>
            </a:fld>
          </a:p>
        </p:txBody>
      </p:sp>
    </p:spTree>
  </p:cSld>
</p:sldLayout>
</file>

<file path=ppt/slideLayouts/slideLayout4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PlaceHolder 1"/>
          <p:cNvSpPr>
            <a:spLocks noGrp="1"/>
          </p:cNvSpPr>
          <p:nvPr>
            <p:ph type="title"/>
          </p:nvPr>
        </p:nvSpPr>
        <p:spPr>
          <a:xfrm>
            <a:off x="730080" y="1318680"/>
            <a:ext cx="3300480" cy="168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24FB12C1-BE89-405B-88EF-261887B2B407}" type="slidenum">
              <a:t>&lt;#&gt;</a:t>
            </a:fld>
          </a:p>
        </p:txBody>
      </p:sp>
    </p:spTree>
  </p:cSld>
</p:sldLayout>
</file>

<file path=ppt/slideLayouts/slideLayout4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PlaceHolder 1"/>
          <p:cNvSpPr>
            <a:spLocks noGrp="1"/>
          </p:cNvSpPr>
          <p:nvPr>
            <p:ph type="subTitle"/>
          </p:nvPr>
        </p:nvSpPr>
        <p:spPr>
          <a:xfrm>
            <a:off x="730080" y="1318680"/>
            <a:ext cx="3300480" cy="7821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ECBD5A57-EFC6-4086-B52C-2D0F5FCE46BF}" type="slidenum">
              <a:t>&lt;#&gt;</a:t>
            </a:fld>
          </a:p>
        </p:txBody>
      </p:sp>
    </p:spTree>
  </p:cSld>
</p:sldLayout>
</file>

<file path=ppt/slideLayouts/slideLayout4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PlaceHolder 1"/>
          <p:cNvSpPr>
            <a:spLocks noGrp="1"/>
          </p:cNvSpPr>
          <p:nvPr>
            <p:ph type="title"/>
          </p:nvPr>
        </p:nvSpPr>
        <p:spPr>
          <a:xfrm>
            <a:off x="730080" y="1318680"/>
            <a:ext cx="3300480" cy="168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PlaceHolder 2"/>
          <p:cNvSpPr>
            <a:spLocks noGrp="1"/>
          </p:cNvSpPr>
          <p:nvPr>
            <p:ph/>
          </p:nvPr>
        </p:nvSpPr>
        <p:spPr>
          <a:xfrm>
            <a:off x="5174280" y="1352520"/>
            <a:ext cx="164628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PlaceHolder 3"/>
          <p:cNvSpPr>
            <a:spLocks noGrp="1"/>
          </p:cNvSpPr>
          <p:nvPr>
            <p:ph/>
          </p:nvPr>
        </p:nvSpPr>
        <p:spPr>
          <a:xfrm>
            <a:off x="6903360" y="1352520"/>
            <a:ext cx="1646280" cy="302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PlaceHolder 4"/>
          <p:cNvSpPr>
            <a:spLocks noGrp="1"/>
          </p:cNvSpPr>
          <p:nvPr>
            <p:ph/>
          </p:nvPr>
        </p:nvSpPr>
        <p:spPr>
          <a:xfrm>
            <a:off x="5174280" y="2932920"/>
            <a:ext cx="164628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20BBFF59-E612-42D1-9C47-7826BFC1F495}" type="slidenum">
              <a:t>&lt;#&gt;</a:t>
            </a:fld>
          </a:p>
        </p:txBody>
      </p:sp>
    </p:spTree>
  </p:cSld>
</p:sldLayout>
</file>

<file path=ppt/slideLayouts/slideLayout4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PlaceHolder 1"/>
          <p:cNvSpPr>
            <a:spLocks noGrp="1"/>
          </p:cNvSpPr>
          <p:nvPr>
            <p:ph type="title"/>
          </p:nvPr>
        </p:nvSpPr>
        <p:spPr>
          <a:xfrm>
            <a:off x="730080" y="1318680"/>
            <a:ext cx="3300480" cy="168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PlaceHolder 2"/>
          <p:cNvSpPr>
            <a:spLocks noGrp="1"/>
          </p:cNvSpPr>
          <p:nvPr>
            <p:ph/>
          </p:nvPr>
        </p:nvSpPr>
        <p:spPr>
          <a:xfrm>
            <a:off x="5174280" y="1352520"/>
            <a:ext cx="1646280" cy="302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PlaceHolder 3"/>
          <p:cNvSpPr>
            <a:spLocks noGrp="1"/>
          </p:cNvSpPr>
          <p:nvPr>
            <p:ph/>
          </p:nvPr>
        </p:nvSpPr>
        <p:spPr>
          <a:xfrm>
            <a:off x="6903360" y="1352520"/>
            <a:ext cx="164628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PlaceHolder 4"/>
          <p:cNvSpPr>
            <a:spLocks noGrp="1"/>
          </p:cNvSpPr>
          <p:nvPr>
            <p:ph/>
          </p:nvPr>
        </p:nvSpPr>
        <p:spPr>
          <a:xfrm>
            <a:off x="6903360" y="2932920"/>
            <a:ext cx="164628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14E7639B-1F61-47FF-909B-0158CBE8C73F}" type="slidenum">
              <a:t>&lt;#&gt;</a:t>
            </a:fld>
          </a:p>
        </p:txBody>
      </p:sp>
    </p:spTree>
  </p:cSld>
</p:sldLayout>
</file>

<file path=ppt/slideLayouts/slideLayout4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PlaceHolder 1"/>
          <p:cNvSpPr>
            <a:spLocks noGrp="1"/>
          </p:cNvSpPr>
          <p:nvPr>
            <p:ph type="title"/>
          </p:nvPr>
        </p:nvSpPr>
        <p:spPr>
          <a:xfrm>
            <a:off x="730080" y="1318680"/>
            <a:ext cx="3300480" cy="168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PlaceHolder 2"/>
          <p:cNvSpPr>
            <a:spLocks noGrp="1"/>
          </p:cNvSpPr>
          <p:nvPr>
            <p:ph/>
          </p:nvPr>
        </p:nvSpPr>
        <p:spPr>
          <a:xfrm>
            <a:off x="5174280" y="1352520"/>
            <a:ext cx="164628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PlaceHolder 3"/>
          <p:cNvSpPr>
            <a:spLocks noGrp="1"/>
          </p:cNvSpPr>
          <p:nvPr>
            <p:ph/>
          </p:nvPr>
        </p:nvSpPr>
        <p:spPr>
          <a:xfrm>
            <a:off x="6903360" y="1352520"/>
            <a:ext cx="164628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" name="PlaceHolder 4"/>
          <p:cNvSpPr>
            <a:spLocks noGrp="1"/>
          </p:cNvSpPr>
          <p:nvPr>
            <p:ph/>
          </p:nvPr>
        </p:nvSpPr>
        <p:spPr>
          <a:xfrm>
            <a:off x="5174280" y="2932920"/>
            <a:ext cx="337392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C597D4BA-8661-41F2-AE4D-E65AB332782A}" type="slidenum">
              <a:t>&lt;#&gt;</a:t>
            </a:fld>
          </a:p>
        </p:txBody>
      </p:sp>
    </p:spTree>
  </p:cSld>
</p:sldLayout>
</file>

<file path=ppt/slideLayouts/slideLayout4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PlaceHolder 1"/>
          <p:cNvSpPr>
            <a:spLocks noGrp="1"/>
          </p:cNvSpPr>
          <p:nvPr>
            <p:ph type="title"/>
          </p:nvPr>
        </p:nvSpPr>
        <p:spPr>
          <a:xfrm>
            <a:off x="730080" y="1318680"/>
            <a:ext cx="3300480" cy="168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PlaceHolder 2"/>
          <p:cNvSpPr>
            <a:spLocks noGrp="1"/>
          </p:cNvSpPr>
          <p:nvPr>
            <p:ph/>
          </p:nvPr>
        </p:nvSpPr>
        <p:spPr>
          <a:xfrm>
            <a:off x="5174280" y="1352520"/>
            <a:ext cx="337392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PlaceHolder 3"/>
          <p:cNvSpPr>
            <a:spLocks noGrp="1"/>
          </p:cNvSpPr>
          <p:nvPr>
            <p:ph/>
          </p:nvPr>
        </p:nvSpPr>
        <p:spPr>
          <a:xfrm>
            <a:off x="5174280" y="2932920"/>
            <a:ext cx="337392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7B1817F0-CC6E-498F-9A4E-0BD292127916}" type="slidenum">
              <a:t>&lt;#&gt;</a:t>
            </a:fld>
          </a:p>
        </p:txBody>
      </p:sp>
    </p:spTree>
  </p:cSld>
</p:sldLayout>
</file>

<file path=ppt/slideLayouts/slideLayout4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PlaceHolder 1"/>
          <p:cNvSpPr>
            <a:spLocks noGrp="1"/>
          </p:cNvSpPr>
          <p:nvPr>
            <p:ph type="title"/>
          </p:nvPr>
        </p:nvSpPr>
        <p:spPr>
          <a:xfrm>
            <a:off x="730080" y="1318680"/>
            <a:ext cx="3300480" cy="168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" name="PlaceHolder 2"/>
          <p:cNvSpPr>
            <a:spLocks noGrp="1"/>
          </p:cNvSpPr>
          <p:nvPr>
            <p:ph/>
          </p:nvPr>
        </p:nvSpPr>
        <p:spPr>
          <a:xfrm>
            <a:off x="5174280" y="1352520"/>
            <a:ext cx="164628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PlaceHolder 3"/>
          <p:cNvSpPr>
            <a:spLocks noGrp="1"/>
          </p:cNvSpPr>
          <p:nvPr>
            <p:ph/>
          </p:nvPr>
        </p:nvSpPr>
        <p:spPr>
          <a:xfrm>
            <a:off x="6903360" y="1352520"/>
            <a:ext cx="164628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PlaceHolder 4"/>
          <p:cNvSpPr>
            <a:spLocks noGrp="1"/>
          </p:cNvSpPr>
          <p:nvPr>
            <p:ph/>
          </p:nvPr>
        </p:nvSpPr>
        <p:spPr>
          <a:xfrm>
            <a:off x="5174280" y="2932920"/>
            <a:ext cx="164628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" name="PlaceHolder 5"/>
          <p:cNvSpPr>
            <a:spLocks noGrp="1"/>
          </p:cNvSpPr>
          <p:nvPr>
            <p:ph/>
          </p:nvPr>
        </p:nvSpPr>
        <p:spPr>
          <a:xfrm>
            <a:off x="6903360" y="2932920"/>
            <a:ext cx="164628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757C601B-B424-480F-B491-7E337BF1C43D}" type="slidenum">
              <a:t>&lt;#&gt;</a:t>
            </a:fld>
          </a:p>
        </p:txBody>
      </p:sp>
    </p:spTree>
  </p:cSld>
</p:sldLayout>
</file>

<file path=ppt/slideLayouts/slideLayout4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PlaceHolder 1"/>
          <p:cNvSpPr>
            <a:spLocks noGrp="1"/>
          </p:cNvSpPr>
          <p:nvPr>
            <p:ph type="title"/>
          </p:nvPr>
        </p:nvSpPr>
        <p:spPr>
          <a:xfrm>
            <a:off x="730080" y="1318680"/>
            <a:ext cx="3300480" cy="168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" name="PlaceHolder 2"/>
          <p:cNvSpPr>
            <a:spLocks noGrp="1"/>
          </p:cNvSpPr>
          <p:nvPr>
            <p:ph/>
          </p:nvPr>
        </p:nvSpPr>
        <p:spPr>
          <a:xfrm>
            <a:off x="5174280" y="1352520"/>
            <a:ext cx="108612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" name="PlaceHolder 3"/>
          <p:cNvSpPr>
            <a:spLocks noGrp="1"/>
          </p:cNvSpPr>
          <p:nvPr>
            <p:ph/>
          </p:nvPr>
        </p:nvSpPr>
        <p:spPr>
          <a:xfrm>
            <a:off x="6315120" y="1352520"/>
            <a:ext cx="108612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" name="PlaceHolder 4"/>
          <p:cNvSpPr>
            <a:spLocks noGrp="1"/>
          </p:cNvSpPr>
          <p:nvPr>
            <p:ph/>
          </p:nvPr>
        </p:nvSpPr>
        <p:spPr>
          <a:xfrm>
            <a:off x="7455960" y="1352520"/>
            <a:ext cx="108612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PlaceHolder 5"/>
          <p:cNvSpPr>
            <a:spLocks noGrp="1"/>
          </p:cNvSpPr>
          <p:nvPr>
            <p:ph/>
          </p:nvPr>
        </p:nvSpPr>
        <p:spPr>
          <a:xfrm>
            <a:off x="5174280" y="2932920"/>
            <a:ext cx="108612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PlaceHolder 6"/>
          <p:cNvSpPr>
            <a:spLocks noGrp="1"/>
          </p:cNvSpPr>
          <p:nvPr>
            <p:ph/>
          </p:nvPr>
        </p:nvSpPr>
        <p:spPr>
          <a:xfrm>
            <a:off x="6315120" y="2932920"/>
            <a:ext cx="108612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PlaceHolder 7"/>
          <p:cNvSpPr>
            <a:spLocks noGrp="1"/>
          </p:cNvSpPr>
          <p:nvPr>
            <p:ph/>
          </p:nvPr>
        </p:nvSpPr>
        <p:spPr>
          <a:xfrm>
            <a:off x="7455960" y="2932920"/>
            <a:ext cx="108612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44EB62F2-53FB-4D24-9ED5-CE7238E11AF9}" type="slidenum">
              <a:t>&lt;#&gt;</a:t>
            </a:fld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0.xml"/><Relationship Id="rId8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5.xml"/><Relationship Id="rId13" Type="http://schemas.openxmlformats.org/officeDocument/2006/relationships/slideLayout" Target="../slideLayouts/slideLayout36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37.xml"/><Relationship Id="rId3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9.xml"/><Relationship Id="rId5" Type="http://schemas.openxmlformats.org/officeDocument/2006/relationships/slideLayout" Target="../slideLayouts/slideLayout40.xml"/><Relationship Id="rId6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2.xml"/><Relationship Id="rId8" Type="http://schemas.openxmlformats.org/officeDocument/2006/relationships/slideLayout" Target="../slideLayouts/slideLayout43.xml"/><Relationship Id="rId9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5.xml"/><Relationship Id="rId11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47.xml"/><Relationship Id="rId13" Type="http://schemas.openxmlformats.org/officeDocument/2006/relationships/slideLayout" Target="../slideLayouts/slideLayout48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Google Shape;11;p33"/>
          <p:cNvSpPr/>
          <p:nvPr/>
        </p:nvSpPr>
        <p:spPr>
          <a:xfrm>
            <a:off x="0" y="0"/>
            <a:ext cx="9143640" cy="48744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" name="Google Shape;12;p33"/>
          <p:cNvGrpSpPr/>
          <p:nvPr/>
        </p:nvGrpSpPr>
        <p:grpSpPr>
          <a:xfrm>
            <a:off x="530280" y="1205640"/>
            <a:ext cx="1342800" cy="17280"/>
            <a:chOff x="530280" y="1205640"/>
            <a:chExt cx="1342800" cy="17280"/>
          </a:xfrm>
        </p:grpSpPr>
        <p:sp>
          <p:nvSpPr>
            <p:cNvPr id="2" name="Google Shape;13;p33"/>
            <p:cNvSpPr/>
            <p:nvPr/>
          </p:nvSpPr>
          <p:spPr>
            <a:xfrm rot="16200000">
              <a:off x="1380600" y="730440"/>
              <a:ext cx="17280" cy="967320"/>
            </a:xfrm>
            <a:prstGeom prst="rect">
              <a:avLst/>
            </a:pr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" name="Google Shape;14;p33"/>
            <p:cNvSpPr/>
            <p:nvPr/>
          </p:nvSpPr>
          <p:spPr>
            <a:xfrm rot="16200000">
              <a:off x="1009440" y="726480"/>
              <a:ext cx="17280" cy="975600"/>
            </a:xfrm>
            <a:prstGeom prst="rect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729360" y="1322280"/>
            <a:ext cx="7687800" cy="166428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indent="0">
              <a:buNone/>
            </a:pPr>
            <a:r>
              <a:rPr b="0" lang="en-US" sz="4200" spc="-1" strike="noStrike">
                <a:solidFill>
                  <a:srgbClr val="000000"/>
                </a:solidFill>
                <a:latin typeface="Arial"/>
              </a:rPr>
              <a:t>Click to edit </a:t>
            </a:r>
            <a:r>
              <a:rPr b="0" lang="en-US" sz="4200" spc="-1" strike="noStrike">
                <a:solidFill>
                  <a:srgbClr val="000000"/>
                </a:solidFill>
                <a:latin typeface="Arial"/>
              </a:rPr>
              <a:t>the title text </a:t>
            </a:r>
            <a:r>
              <a:rPr b="0" lang="en-US" sz="4200" spc="-1" strike="noStrike">
                <a:solidFill>
                  <a:srgbClr val="000000"/>
                </a:solidFill>
                <a:latin typeface="Arial"/>
              </a:rPr>
              <a:t>format</a:t>
            </a:r>
            <a:endParaRPr b="0" lang="en-US" sz="4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ldNum" idx="1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l" sz="1000" spc="-1" strike="noStrike">
                <a:solidFill>
                  <a:schemeClr val="accen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3DC6545-D748-4707-BE21-664C89713520}" type="slidenum">
              <a:rPr b="0" lang="el" sz="1000" spc="-1" strike="noStrike">
                <a:solidFill>
                  <a:schemeClr val="accent1"/>
                </a:solidFill>
                <a:latin typeface="Lato"/>
                <a:ea typeface="Lato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Google Shape;18;p33"/>
          <p:cNvSpPr/>
          <p:nvPr/>
        </p:nvSpPr>
        <p:spPr>
          <a:xfrm>
            <a:off x="6590880" y="3867120"/>
            <a:ext cx="1945080" cy="73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dk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oogle Shape;21;p34"/>
          <p:cNvGrpSpPr/>
          <p:nvPr/>
        </p:nvGrpSpPr>
        <p:grpSpPr>
          <a:xfrm>
            <a:off x="530280" y="1205640"/>
            <a:ext cx="1342800" cy="17280"/>
            <a:chOff x="530280" y="1205640"/>
            <a:chExt cx="1342800" cy="17280"/>
          </a:xfrm>
        </p:grpSpPr>
        <p:sp>
          <p:nvSpPr>
            <p:cNvPr id="45" name="Google Shape;22;p34"/>
            <p:cNvSpPr/>
            <p:nvPr/>
          </p:nvSpPr>
          <p:spPr>
            <a:xfrm rot="16200000">
              <a:off x="1380600" y="730440"/>
              <a:ext cx="17280" cy="967320"/>
            </a:xfrm>
            <a:prstGeom prst="rect">
              <a:avLst/>
            </a:pr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6" name="Google Shape;23;p34"/>
            <p:cNvSpPr/>
            <p:nvPr/>
          </p:nvSpPr>
          <p:spPr>
            <a:xfrm rot="16200000">
              <a:off x="1009440" y="726480"/>
              <a:ext cx="17280" cy="975600"/>
            </a:xfrm>
            <a:prstGeom prst="rect">
              <a:avLst/>
            </a:pr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729360" y="1322280"/>
            <a:ext cx="7688160" cy="1518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indent="0">
              <a:buNone/>
            </a:pPr>
            <a:r>
              <a:rPr b="0" lang="en-US" sz="3600" spc="-1" strike="noStrike">
                <a:solidFill>
                  <a:srgbClr val="000000"/>
                </a:solidFill>
                <a:latin typeface="Arial"/>
              </a:rPr>
              <a:t>Click to edit the </a:t>
            </a:r>
            <a:r>
              <a:rPr b="0" lang="en-US" sz="3600" spc="-1" strike="noStrike">
                <a:solidFill>
                  <a:srgbClr val="000000"/>
                </a:solidFill>
                <a:latin typeface="Arial"/>
              </a:rPr>
              <a:t>title text format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sldNum" idx="2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l" sz="1000" spc="-1" strike="noStrike">
                <a:solidFill>
                  <a:schemeClr val="l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1997FB8-1B7D-40FA-B420-C5CC3F22FC12}" type="slidenum">
              <a:rPr b="0" lang="el" sz="1000" spc="-1" strike="noStrike">
                <a:solidFill>
                  <a:schemeClr val="lt1"/>
                </a:solidFill>
                <a:latin typeface="Lato"/>
                <a:ea typeface="Lato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27;p35"/>
          <p:cNvSpPr/>
          <p:nvPr/>
        </p:nvSpPr>
        <p:spPr>
          <a:xfrm>
            <a:off x="0" y="0"/>
            <a:ext cx="9143640" cy="48744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87" name="Google Shape;28;p35"/>
          <p:cNvGrpSpPr/>
          <p:nvPr/>
        </p:nvGrpSpPr>
        <p:grpSpPr>
          <a:xfrm>
            <a:off x="530280" y="1205640"/>
            <a:ext cx="1342800" cy="17280"/>
            <a:chOff x="530280" y="1205640"/>
            <a:chExt cx="1342800" cy="17280"/>
          </a:xfrm>
        </p:grpSpPr>
        <p:sp>
          <p:nvSpPr>
            <p:cNvPr id="88" name="Google Shape;29;p35"/>
            <p:cNvSpPr/>
            <p:nvPr/>
          </p:nvSpPr>
          <p:spPr>
            <a:xfrm rot="16200000">
              <a:off x="1380600" y="730440"/>
              <a:ext cx="17280" cy="967320"/>
            </a:xfrm>
            <a:prstGeom prst="rect">
              <a:avLst/>
            </a:pr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9" name="Google Shape;30;p35"/>
            <p:cNvSpPr/>
            <p:nvPr/>
          </p:nvSpPr>
          <p:spPr>
            <a:xfrm rot="16200000">
              <a:off x="1009440" y="726480"/>
              <a:ext cx="17280" cy="975600"/>
            </a:xfrm>
            <a:prstGeom prst="rect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88000"/>
          </a:bodyPr>
          <a:p>
            <a:pPr indent="0">
              <a:buNone/>
            </a:pPr>
            <a:r>
              <a:rPr b="0" lang="en-US" sz="2600" spc="-1" strike="noStrike">
                <a:solidFill>
                  <a:srgbClr val="000000"/>
                </a:solidFill>
                <a:latin typeface="Arial"/>
              </a:rPr>
              <a:t>Click to edit the title </a:t>
            </a:r>
            <a:r>
              <a:rPr b="0" lang="en-US" sz="2600" spc="-1" strike="noStrike">
                <a:solidFill>
                  <a:srgbClr val="000000"/>
                </a:solidFill>
                <a:latin typeface="Arial"/>
              </a:rPr>
              <a:t>text format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PlaceHolder 2"/>
          <p:cNvSpPr>
            <a:spLocks noGrp="1"/>
          </p:cNvSpPr>
          <p:nvPr>
            <p:ph type="body"/>
          </p:nvPr>
        </p:nvSpPr>
        <p:spPr>
          <a:xfrm>
            <a:off x="729360" y="1378080"/>
            <a:ext cx="7688520" cy="29617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PlaceHolder 3"/>
          <p:cNvSpPr>
            <a:spLocks noGrp="1"/>
          </p:cNvSpPr>
          <p:nvPr>
            <p:ph type="sldNum" idx="3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l" sz="1000" spc="-1" strike="noStrike">
                <a:solidFill>
                  <a:schemeClr val="accen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B24BFDE-C51D-40DC-AE14-B1B684CC26E2}" type="slidenum">
              <a:rPr b="0" lang="el" sz="1000" spc="-1" strike="noStrike">
                <a:solidFill>
                  <a:schemeClr val="accent1"/>
                </a:solidFill>
                <a:latin typeface="Lato"/>
                <a:ea typeface="Lato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35;p36"/>
          <p:cNvSpPr/>
          <p:nvPr/>
        </p:nvSpPr>
        <p:spPr>
          <a:xfrm>
            <a:off x="0" y="0"/>
            <a:ext cx="4571640" cy="514332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30" name="Google Shape;36;p36"/>
          <p:cNvGrpSpPr/>
          <p:nvPr/>
        </p:nvGrpSpPr>
        <p:grpSpPr>
          <a:xfrm>
            <a:off x="530280" y="1205640"/>
            <a:ext cx="1342800" cy="17280"/>
            <a:chOff x="530280" y="1205640"/>
            <a:chExt cx="1342800" cy="17280"/>
          </a:xfrm>
        </p:grpSpPr>
        <p:sp>
          <p:nvSpPr>
            <p:cNvPr id="131" name="Google Shape;37;p36"/>
            <p:cNvSpPr/>
            <p:nvPr/>
          </p:nvSpPr>
          <p:spPr>
            <a:xfrm rot="16200000">
              <a:off x="1380600" y="730440"/>
              <a:ext cx="17280" cy="967320"/>
            </a:xfrm>
            <a:prstGeom prst="rect">
              <a:avLst/>
            </a:pr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32" name="Google Shape;38;p36"/>
            <p:cNvSpPr/>
            <p:nvPr/>
          </p:nvSpPr>
          <p:spPr>
            <a:xfrm rot="16200000">
              <a:off x="1009440" y="726480"/>
              <a:ext cx="17280" cy="975600"/>
            </a:xfrm>
            <a:prstGeom prst="rect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133" name="PlaceHolder 1"/>
          <p:cNvSpPr>
            <a:spLocks noGrp="1"/>
          </p:cNvSpPr>
          <p:nvPr>
            <p:ph type="title"/>
          </p:nvPr>
        </p:nvSpPr>
        <p:spPr>
          <a:xfrm>
            <a:off x="730080" y="1318680"/>
            <a:ext cx="3300480" cy="16869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indent="0">
              <a:buNone/>
            </a:pPr>
            <a:r>
              <a:rPr b="0" lang="en-US" sz="2600" spc="-1" strike="noStrike">
                <a:solidFill>
                  <a:srgbClr val="000000"/>
                </a:solidFill>
                <a:latin typeface="Arial"/>
              </a:rPr>
              <a:t>Click to edit the title </a:t>
            </a:r>
            <a:r>
              <a:rPr b="0" lang="en-US" sz="2600" spc="-1" strike="noStrike">
                <a:solidFill>
                  <a:srgbClr val="000000"/>
                </a:solidFill>
                <a:latin typeface="Arial"/>
              </a:rPr>
              <a:t>text format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PlaceHolder 2"/>
          <p:cNvSpPr>
            <a:spLocks noGrp="1"/>
          </p:cNvSpPr>
          <p:nvPr>
            <p:ph type="body"/>
          </p:nvPr>
        </p:nvSpPr>
        <p:spPr>
          <a:xfrm>
            <a:off x="5174280" y="1352520"/>
            <a:ext cx="3373920" cy="302508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74000"/>
          </a:bodyPr>
          <a:p>
            <a:pPr marL="319680" indent="-23976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lvl="1" marL="639360" indent="-23976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lvl="2" marL="959040" indent="-21312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lvl="3" marL="1278720" indent="-15984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lvl="4" marL="1598400" indent="-15984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lvl="5" marL="1918080" indent="-15984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lvl="6" marL="2237760" indent="-15984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PlaceHolder 3"/>
          <p:cNvSpPr>
            <a:spLocks noGrp="1"/>
          </p:cNvSpPr>
          <p:nvPr>
            <p:ph type="sldNum" idx="4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l" sz="1000" spc="-1" strike="noStrike">
                <a:solidFill>
                  <a:schemeClr val="accen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A09C545-E0F2-4291-B539-42E68883B6CB}" type="slidenum">
              <a:rPr b="0" lang="el" sz="1000" spc="-1" strike="noStrike">
                <a:solidFill>
                  <a:schemeClr val="accent1"/>
                </a:solidFill>
                <a:latin typeface="Lato"/>
                <a:ea typeface="Lato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7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7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7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7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7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7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7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7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7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7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7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27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7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7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7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7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hyperlink" Target="https://www.open-std.org/jtc1/sc22/wg14/www/docs/n1570.pdf" TargetMode="External"/><Relationship Id="rId2" Type="http://schemas.openxmlformats.org/officeDocument/2006/relationships/hyperlink" Target="https://jakob.engbloms.se/archives/65" TargetMode="External"/><Relationship Id="rId3" Type="http://schemas.openxmlformats.org/officeDocument/2006/relationships/slideLayout" Target="../slideLayouts/slideLayout27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7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7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7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7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7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7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hyperlink" Target="https://developer.arm.com/documentation/den0013/d/Memory-Ordering/Memory-barriers" TargetMode="External"/><Relationship Id="rId2" Type="http://schemas.openxmlformats.org/officeDocument/2006/relationships/slideLayout" Target="../slideLayouts/slideLayout27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hyperlink" Target="https://forms.gle/aj7pYsK1ksufD6xYA" TargetMode="External"/><Relationship Id="rId2" Type="http://schemas.openxmlformats.org/officeDocument/2006/relationships/hyperlink" Target="https://forms.gle/aj7pYsK1ksufD6xYA" TargetMode="External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3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PlaceHolder 1"/>
          <p:cNvSpPr>
            <a:spLocks noGrp="1"/>
          </p:cNvSpPr>
          <p:nvPr>
            <p:ph type="title"/>
          </p:nvPr>
        </p:nvSpPr>
        <p:spPr>
          <a:xfrm>
            <a:off x="729360" y="1322280"/>
            <a:ext cx="7687800" cy="166428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l" sz="4200" spc="-1" strike="noStrike">
                <a:solidFill>
                  <a:schemeClr val="dk2"/>
                </a:solidFill>
                <a:latin typeface="Lato"/>
                <a:ea typeface="Lato"/>
              </a:rPr>
              <a:t>Operating </a:t>
            </a:r>
            <a:r>
              <a:rPr b="1" lang="el" sz="4200" spc="-1" strike="noStrike">
                <a:solidFill>
                  <a:schemeClr val="dk2"/>
                </a:solidFill>
                <a:latin typeface="Lato"/>
                <a:ea typeface="Lato"/>
              </a:rPr>
              <a:t>Systems</a:t>
            </a:r>
            <a:br>
              <a:rPr sz="4200"/>
            </a:b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IPC: Inter-processes Communication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" name="PlaceHolder 2"/>
          <p:cNvSpPr>
            <a:spLocks noGrp="1"/>
          </p:cNvSpPr>
          <p:nvPr>
            <p:ph type="subTitle"/>
          </p:nvPr>
        </p:nvSpPr>
        <p:spPr>
          <a:xfrm>
            <a:off x="729720" y="3173040"/>
            <a:ext cx="7687800" cy="7387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Vassilis Markos,</a:t>
            </a:r>
            <a:br>
              <a:rPr sz="1600"/>
            </a:b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Mediterranean College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" name="Google Shape;118;p1"/>
          <p:cNvSpPr/>
          <p:nvPr/>
        </p:nvSpPr>
        <p:spPr>
          <a:xfrm>
            <a:off x="6029640" y="4001400"/>
            <a:ext cx="2387520" cy="61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" name="PlaceHolder 3"/>
          <p:cNvSpPr>
            <a:spLocks noGrp="1"/>
          </p:cNvSpPr>
          <p:nvPr>
            <p:ph type="subTitle"/>
          </p:nvPr>
        </p:nvSpPr>
        <p:spPr>
          <a:xfrm>
            <a:off x="6057000" y="3821760"/>
            <a:ext cx="2360520" cy="112140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algn="r">
              <a:lnSpc>
                <a:spcPct val="115000"/>
              </a:lnSpc>
              <a:spcAft>
                <a:spcPts val="1199"/>
              </a:spcAft>
              <a:tabLst>
                <a:tab algn="l" pos="0"/>
              </a:tabLst>
            </a:pPr>
            <a:r>
              <a:rPr b="0" lang="el" sz="1300" spc="-1" strike="noStrike">
                <a:solidFill>
                  <a:schemeClr val="accent1"/>
                </a:solidFill>
                <a:latin typeface="Lato"/>
                <a:ea typeface="Lato"/>
              </a:rPr>
              <a:t>Week 10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PlaceHolder 1"/>
          <p:cNvSpPr>
            <a:spLocks noGrp="1"/>
          </p:cNvSpPr>
          <p:nvPr>
            <p:ph type="title"/>
          </p:nvPr>
        </p:nvSpPr>
        <p:spPr>
          <a:xfrm>
            <a:off x="729360" y="1322280"/>
            <a:ext cx="7688160" cy="1518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l" sz="3600" spc="-1" strike="noStrike">
                <a:solidFill>
                  <a:schemeClr val="lt1"/>
                </a:solidFill>
                <a:latin typeface="Lato"/>
                <a:ea typeface="Lato"/>
              </a:rPr>
              <a:t>Concurrency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" name="PlaceHolder 2"/>
          <p:cNvSpPr>
            <a:spLocks noGrp="1"/>
          </p:cNvSpPr>
          <p:nvPr>
            <p:ph type="sldNum" idx="5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l" sz="1000" spc="-1" strike="noStrike">
                <a:solidFill>
                  <a:schemeClr val="l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E203414-A5E4-4A25-983B-5F8622CBF7AA}" type="slidenum">
              <a:rPr b="0" lang="el" sz="1000" spc="-1" strike="noStrike">
                <a:solidFill>
                  <a:schemeClr val="lt1"/>
                </a:solidFill>
                <a:latin typeface="Lato"/>
                <a:ea typeface="Lato"/>
              </a:rPr>
              <a:t>2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88000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l" sz="2600" spc="-1" strike="noStrike">
                <a:solidFill>
                  <a:schemeClr val="dk2"/>
                </a:solidFill>
                <a:latin typeface="Lato"/>
                <a:ea typeface="Lato"/>
              </a:rPr>
              <a:t>Another Idea…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" name="PlaceHolder 2"/>
          <p:cNvSpPr>
            <a:spLocks noGrp="1"/>
          </p:cNvSpPr>
          <p:nvPr>
            <p:ph/>
          </p:nvPr>
        </p:nvSpPr>
        <p:spPr>
          <a:xfrm>
            <a:off x="729360" y="1378080"/>
            <a:ext cx="7688520" cy="29617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99000"/>
          </a:bodyPr>
          <a:p>
            <a:pPr marL="452520" indent="-3265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Why did the above idea fail?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2520" indent="-3265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Mostly because we did not work carefully enough, since there are cases where both processes mutually exclude one another from accessing their shared counter.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2520" indent="-3265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So, what if we: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905040" indent="-326520">
              <a:lnSpc>
                <a:spcPct val="115000"/>
              </a:lnSpc>
              <a:buClr>
                <a:srgbClr val="595959"/>
              </a:buClr>
              <a:buFont typeface="Lato"/>
              <a:buChar char="○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First waited on each process for the other and;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905040" indent="-326520">
              <a:lnSpc>
                <a:spcPct val="115000"/>
              </a:lnSpc>
              <a:buClr>
                <a:srgbClr val="595959"/>
              </a:buClr>
              <a:buFont typeface="Lato"/>
              <a:buChar char="○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Then change the status from pending to active.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2520" indent="-3265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Open and run source/ipc_005.c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905040" indent="-326520">
              <a:lnSpc>
                <a:spcPct val="115000"/>
              </a:lnSpc>
              <a:buClr>
                <a:srgbClr val="595959"/>
              </a:buClr>
              <a:buFont typeface="Lato"/>
              <a:buChar char="○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What do you observe?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905040" indent="-326520">
              <a:lnSpc>
                <a:spcPct val="115000"/>
              </a:lnSpc>
              <a:buClr>
                <a:srgbClr val="595959"/>
              </a:buClr>
              <a:buFont typeface="Lato"/>
              <a:buChar char="○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Does this work? (Run it 10+ times)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" name="PlaceHolder 3"/>
          <p:cNvSpPr>
            <a:spLocks noGrp="1"/>
          </p:cNvSpPr>
          <p:nvPr>
            <p:ph type="sldNum" idx="6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l" sz="1000" spc="-1" strike="noStrike">
                <a:solidFill>
                  <a:schemeClr val="accen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E6423C3-BE58-43F3-811F-2C0296410D12}" type="slidenum">
              <a:rPr b="0" lang="el" sz="1000" spc="-1" strike="noStrike">
                <a:solidFill>
                  <a:schemeClr val="accent1"/>
                </a:solidFill>
                <a:latin typeface="Lato"/>
                <a:ea typeface="Lato"/>
              </a:rPr>
              <a:t>3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88000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l" sz="2600" spc="-1" strike="noStrike">
                <a:solidFill>
                  <a:schemeClr val="dk2"/>
                </a:solidFill>
                <a:latin typeface="Lato"/>
                <a:ea typeface="Lato"/>
              </a:rPr>
              <a:t>Desperation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" name="PlaceHolder 2"/>
          <p:cNvSpPr>
            <a:spLocks noGrp="1"/>
          </p:cNvSpPr>
          <p:nvPr>
            <p:ph/>
          </p:nvPr>
        </p:nvSpPr>
        <p:spPr>
          <a:xfrm>
            <a:off x="729360" y="1378080"/>
            <a:ext cx="7688520" cy="29617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So far, nothing has proved any useful, either because we might modify the shared resource simultaneously or because of mutual exclusion or because of starvation of one process or…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Can you think of another idea?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If not, consider inspecting source/ipc_006.c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30120">
              <a:lnSpc>
                <a:spcPct val="115000"/>
              </a:lnSpc>
              <a:buClr>
                <a:srgbClr val="595959"/>
              </a:buClr>
              <a:buFont typeface="Lato"/>
              <a:buChar char="○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What is the idea in there?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30120">
              <a:lnSpc>
                <a:spcPct val="115000"/>
              </a:lnSpc>
              <a:buClr>
                <a:srgbClr val="595959"/>
              </a:buClr>
              <a:buFont typeface="Lato"/>
              <a:buChar char="○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Do you expect it to work?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30120">
              <a:lnSpc>
                <a:spcPct val="115000"/>
              </a:lnSpc>
              <a:buClr>
                <a:srgbClr val="595959"/>
              </a:buClr>
              <a:buFont typeface="Lato"/>
              <a:buChar char="○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Run the program a few times (20+) to find out.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30120">
              <a:lnSpc>
                <a:spcPct val="115000"/>
              </a:lnSpc>
              <a:buClr>
                <a:srgbClr val="595959"/>
              </a:buClr>
              <a:buFont typeface="Lato"/>
              <a:buChar char="○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So, does it really work?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" name="PlaceHolder 3"/>
          <p:cNvSpPr>
            <a:spLocks noGrp="1"/>
          </p:cNvSpPr>
          <p:nvPr>
            <p:ph type="sldNum" idx="7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l" sz="1000" spc="-1" strike="noStrike">
                <a:solidFill>
                  <a:schemeClr val="accen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1BF128B-069B-4838-A59D-4380246F5FE8}" type="slidenum">
              <a:rPr b="0" lang="el" sz="1000" spc="-1" strike="noStrike">
                <a:solidFill>
                  <a:schemeClr val="accent1"/>
                </a:solidFill>
                <a:latin typeface="Lato"/>
                <a:ea typeface="Lato"/>
              </a:rPr>
              <a:t>4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35" dur="indefinite" restart="never" nodeType="tmRoot">
          <p:childTnLst>
            <p:seq>
              <p:cTn id="36" dur="indefinite" nodeType="mainSeq">
                <p:childTnLst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88000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l" sz="2600" spc="-1" strike="noStrike">
                <a:solidFill>
                  <a:schemeClr val="dk2"/>
                </a:solidFill>
                <a:latin typeface="Lato"/>
                <a:ea typeface="Lato"/>
              </a:rPr>
              <a:t>Peculiarities…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" name="PlaceHolder 2"/>
          <p:cNvSpPr>
            <a:spLocks noGrp="1"/>
          </p:cNvSpPr>
          <p:nvPr>
            <p:ph/>
          </p:nvPr>
        </p:nvSpPr>
        <p:spPr>
          <a:xfrm>
            <a:off x="729360" y="1378080"/>
            <a:ext cx="7688520" cy="71424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95000"/>
          </a:bodyPr>
          <a:p>
            <a:pPr indent="0">
              <a:lnSpc>
                <a:spcPct val="115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Consider the following scenario (each line contains the command each thread will run next, bold text corresponds to actually run commands):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" name="PlaceHolder 3"/>
          <p:cNvSpPr>
            <a:spLocks noGrp="1"/>
          </p:cNvSpPr>
          <p:nvPr>
            <p:ph type="sldNum" idx="8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l" sz="1000" spc="-1" strike="noStrike">
                <a:solidFill>
                  <a:schemeClr val="accen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35B37F7-2C43-4C20-8693-4113B60CF09F}" type="slidenum">
              <a:rPr b="0" lang="el" sz="1000" spc="-1" strike="noStrike">
                <a:solidFill>
                  <a:schemeClr val="accent1"/>
                </a:solidFill>
                <a:latin typeface="Lato"/>
                <a:ea typeface="Lato"/>
              </a:rPr>
              <a:t>5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graphicFrame>
        <p:nvGraphicFramePr>
          <p:cNvPr id="187" name="Google Shape;147;p5"/>
          <p:cNvGraphicFramePr/>
          <p:nvPr/>
        </p:nvGraphicFramePr>
        <p:xfrm>
          <a:off x="952560" y="2092680"/>
          <a:ext cx="7238520" cy="3133080"/>
        </p:xfrm>
        <a:graphic>
          <a:graphicData uri="http://schemas.openxmlformats.org/drawingml/2006/table">
            <a:tbl>
              <a:tblPr/>
              <a:tblGrid>
                <a:gridCol w="3619440"/>
                <a:gridCol w="3619440"/>
              </a:tblGrid>
              <a:tr h="313200"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l" sz="1300" spc="-1" strike="noStrike">
                          <a:solidFill>
                            <a:schemeClr val="lt2"/>
                          </a:solidFill>
                          <a:latin typeface="Consolas"/>
                          <a:ea typeface="Consolas"/>
                        </a:rPr>
                        <a:t>Parent</a:t>
                      </a:r>
                      <a:endParaRPr b="0" lang="en-US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l" sz="1300" spc="-1" strike="noStrike">
                          <a:solidFill>
                            <a:schemeClr val="lt2"/>
                          </a:solidFill>
                          <a:latin typeface="Consolas"/>
                          <a:ea typeface="Consolas"/>
                        </a:rPr>
                        <a:t>Child</a:t>
                      </a:r>
                      <a:endParaRPr b="0" lang="en-US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solidFill>
                      <a:schemeClr val="accent3"/>
                    </a:solidFill>
                  </a:tcPr>
                </a:tc>
              </a:tr>
              <a:tr h="313200"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1" lang="el" sz="1050" spc="-1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</a:rPr>
                        <a:t>counter-&gt;c (True)</a:t>
                      </a:r>
                      <a:endParaRPr b="0" lang="en-US" sz="10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el" sz="1050" spc="-1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</a:rPr>
                        <a:t>counter-&gt;c</a:t>
                      </a:r>
                      <a:endParaRPr b="0" lang="en-US" sz="10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</a:tr>
              <a:tr h="313200"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el" sz="1050" spc="-1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</a:rPr>
                        <a:t>counter-&gt;p = False</a:t>
                      </a:r>
                      <a:endParaRPr b="0" lang="en-US" sz="10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1" lang="el" sz="1050" spc="-1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</a:rPr>
                        <a:t>counter-&gt;p (True)</a:t>
                      </a:r>
                      <a:endParaRPr b="0" lang="en-US" sz="10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solidFill>
                      <a:srgbClr val="fce5cd"/>
                    </a:solidFill>
                  </a:tcPr>
                </a:tc>
              </a:tr>
              <a:tr h="313200"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1" lang="el" sz="1050" spc="-1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</a:rPr>
                        <a:t>counter-&gt;p = False</a:t>
                      </a:r>
                      <a:endParaRPr b="0" lang="en-US" sz="10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el" sz="1050" spc="-1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</a:rPr>
                        <a:t>counter-&gt;c = False</a:t>
                      </a:r>
                      <a:endParaRPr b="0" lang="en-US" sz="10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</a:tr>
              <a:tr h="313200"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1" lang="el" sz="1050" spc="-1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</a:rPr>
                        <a:t>counter-&gt;p = True</a:t>
                      </a:r>
                      <a:endParaRPr b="0" lang="en-US" sz="10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el" sz="1050" spc="-1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</a:rPr>
                        <a:t>counter-&gt;c = False</a:t>
                      </a:r>
                      <a:endParaRPr b="0" lang="en-US" sz="10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</a:tr>
              <a:tr h="313200"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el" sz="1050" spc="-1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</a:rPr>
                        <a:t>counter-&gt;c (False)</a:t>
                      </a:r>
                      <a:endParaRPr b="0" lang="en-US" sz="10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1" lang="el" sz="1050" spc="-1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</a:rPr>
                        <a:t>counter-&gt;c = False</a:t>
                      </a:r>
                      <a:endParaRPr b="0" lang="en-US" sz="10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solidFill>
                      <a:srgbClr val="fce5cd"/>
                    </a:solidFill>
                  </a:tcPr>
                </a:tc>
              </a:tr>
              <a:tr h="313200"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el" sz="1050" spc="-1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</a:rPr>
                        <a:t>counter-&gt;c (True)</a:t>
                      </a:r>
                      <a:endParaRPr b="0" lang="en-US" sz="10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1" lang="el" sz="1050" spc="-1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</a:rPr>
                        <a:t>counter-&gt;c = True</a:t>
                      </a:r>
                      <a:endParaRPr b="0" lang="en-US" sz="10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solidFill>
                      <a:srgbClr val="fce5cd"/>
                    </a:solidFill>
                  </a:tcPr>
                </a:tc>
              </a:tr>
              <a:tr h="313200"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1" lang="el" sz="1050" spc="-1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</a:rPr>
                        <a:t>counter-&gt;c (True)</a:t>
                      </a:r>
                      <a:endParaRPr b="0" lang="en-US" sz="10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el" sz="1050" spc="-1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</a:rPr>
                        <a:t>counter-&gt;p (True)</a:t>
                      </a:r>
                      <a:endParaRPr b="0" lang="en-US" sz="10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88" name="Google Shape;148;p5"/>
          <p:cNvSpPr/>
          <p:nvPr/>
        </p:nvSpPr>
        <p:spPr>
          <a:xfrm rot="16200000">
            <a:off x="-230040" y="3411720"/>
            <a:ext cx="1525320" cy="39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l" sz="1300" spc="-1" strike="noStrike">
                <a:solidFill>
                  <a:schemeClr val="accent3"/>
                </a:solidFill>
                <a:latin typeface="Lato"/>
                <a:ea typeface="Lato"/>
              </a:rPr>
              <a:t>the same → loop!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89" name="Google Shape;149;p5"/>
          <p:cNvCxnSpPr>
            <a:stCxn id="188" idx="1"/>
          </p:cNvCxnSpPr>
          <p:nvPr/>
        </p:nvCxnSpPr>
        <p:spPr>
          <a:xfrm flipH="1" rot="16200000">
            <a:off x="534960" y="4368240"/>
            <a:ext cx="371880" cy="377280"/>
          </a:xfrm>
          <a:prstGeom prst="bentConnector3">
            <a:avLst>
              <a:gd name="adj1" fmla="val 100000"/>
            </a:avLst>
          </a:prstGeom>
          <a:ln w="19050">
            <a:solidFill>
              <a:srgbClr val="eb5600"/>
            </a:solidFill>
            <a:round/>
            <a:tailEnd len="med" type="stealth" w="med"/>
          </a:ln>
        </p:spPr>
      </p:cxnSp>
      <p:cxnSp>
        <p:nvCxnSpPr>
          <p:cNvPr id="190" name="Google Shape;150;p5"/>
          <p:cNvCxnSpPr>
            <a:stCxn id="188" idx="3"/>
          </p:cNvCxnSpPr>
          <p:nvPr/>
        </p:nvCxnSpPr>
        <p:spPr>
          <a:xfrm flipH="1" flipV="1" rot="5400000">
            <a:off x="622440" y="2539800"/>
            <a:ext cx="216000" cy="396720"/>
          </a:xfrm>
          <a:prstGeom prst="bentConnector3">
            <a:avLst>
              <a:gd name="adj1" fmla="val 99833"/>
            </a:avLst>
          </a:prstGeom>
          <a:ln w="19050">
            <a:solidFill>
              <a:srgbClr val="eb5600"/>
            </a:solidFill>
            <a:round/>
            <a:tailEnd len="med" type="stealth" w="med"/>
          </a:ln>
        </p:spPr>
      </p:cxn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65" dur="indefinite" restart="never" nodeType="tmRoot">
          <p:childTnLst>
            <p:seq>
              <p:cTn id="66" dur="indefinite" nodeType="mainSeq">
                <p:childTnLst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88000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l" sz="2600" spc="-1" strike="noStrike">
                <a:solidFill>
                  <a:schemeClr val="dk2"/>
                </a:solidFill>
                <a:latin typeface="Lato"/>
                <a:ea typeface="Lato"/>
              </a:rPr>
              <a:t>Peculiarities…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2" name="PlaceHolder 2"/>
          <p:cNvSpPr>
            <a:spLocks noGrp="1"/>
          </p:cNvSpPr>
          <p:nvPr>
            <p:ph/>
          </p:nvPr>
        </p:nvSpPr>
        <p:spPr>
          <a:xfrm>
            <a:off x="729360" y="1378080"/>
            <a:ext cx="7688520" cy="29617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99000"/>
          </a:bodyPr>
          <a:p>
            <a:pPr marL="452520" indent="-3265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This is a scenario which, if repeated indefinitely, will result into a deadlock - no one enters their critical section.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2520" indent="-3265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You might say that this is rare, but, is it?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905040" indent="-326520">
              <a:lnSpc>
                <a:spcPct val="115000"/>
              </a:lnSpc>
              <a:buClr>
                <a:srgbClr val="595959"/>
              </a:buClr>
              <a:buFont typeface="Lato"/>
              <a:buChar char="○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One server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905040" indent="-326520">
              <a:lnSpc>
                <a:spcPct val="115000"/>
              </a:lnSpc>
              <a:buClr>
                <a:srgbClr val="595959"/>
              </a:buClr>
              <a:buFont typeface="Lato"/>
              <a:buChar char="○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10,000 clients (a modest company)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905040" indent="-326520">
              <a:lnSpc>
                <a:spcPct val="115000"/>
              </a:lnSpc>
              <a:buClr>
                <a:srgbClr val="595959"/>
              </a:buClr>
              <a:buFont typeface="Lato"/>
              <a:buChar char="○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How many requests per hour? Day? Month?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905040" indent="-326520">
              <a:lnSpc>
                <a:spcPct val="115000"/>
              </a:lnSpc>
              <a:buClr>
                <a:srgbClr val="595959"/>
              </a:buClr>
              <a:buFont typeface="Lato"/>
              <a:buChar char="○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→ </a:t>
            </a: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There is plenty of room in real life cases for such things to happen.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2520" indent="-3265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This is a hard thing about debugging concurrent programs: You can’t just “unit test” them as sequential ones. You have to prove their correctness with pen and paper (unfortunately…)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" name="PlaceHolder 3"/>
          <p:cNvSpPr>
            <a:spLocks noGrp="1"/>
          </p:cNvSpPr>
          <p:nvPr>
            <p:ph type="sldNum" idx="9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l" sz="1000" spc="-1" strike="noStrike">
                <a:solidFill>
                  <a:schemeClr val="accen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6053E6D-FC0C-4174-BD5A-D8B04AAFA921}" type="slidenum">
              <a:rPr b="0" lang="el" sz="1000" spc="-1" strike="noStrike">
                <a:solidFill>
                  <a:schemeClr val="accent1"/>
                </a:solidFill>
                <a:latin typeface="Lato"/>
                <a:ea typeface="Lato"/>
              </a:rPr>
              <a:t>6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81" dur="indefinite" restart="never" nodeType="tmRoot">
          <p:childTnLst>
            <p:seq>
              <p:cTn id="82" dur="indefinite" nodeType="mainSeq">
                <p:childTnLst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88000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l" sz="2600" spc="-1" strike="noStrike">
                <a:solidFill>
                  <a:schemeClr val="dk2"/>
                </a:solidFill>
                <a:latin typeface="Lato"/>
                <a:ea typeface="Lato"/>
              </a:rPr>
              <a:t>Bad Idea + Bad Idea == ?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" name="PlaceHolder 2"/>
          <p:cNvSpPr>
            <a:spLocks noGrp="1"/>
          </p:cNvSpPr>
          <p:nvPr>
            <p:ph/>
          </p:nvPr>
        </p:nvSpPr>
        <p:spPr>
          <a:xfrm>
            <a:off x="729360" y="1378080"/>
            <a:ext cx="7688520" cy="376488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What if we try to combine two bad ideas to get a good one?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30120">
              <a:lnSpc>
                <a:spcPct val="115000"/>
              </a:lnSpc>
              <a:buClr>
                <a:srgbClr val="595959"/>
              </a:buClr>
              <a:buFont typeface="Lato"/>
              <a:buChar char="○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This is usually not a good idea, just in case you wondered…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30120">
              <a:lnSpc>
                <a:spcPct val="115000"/>
              </a:lnSpc>
              <a:buClr>
                <a:srgbClr val="595959"/>
              </a:buClr>
              <a:buFont typeface="Lato"/>
              <a:buChar char="○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However…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So, as we have seen so far: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30120">
              <a:lnSpc>
                <a:spcPct val="115000"/>
              </a:lnSpc>
              <a:buClr>
                <a:srgbClr val="595959"/>
              </a:buClr>
              <a:buFont typeface="Lato"/>
              <a:buChar char="○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Using a single “turn” flag solves the problem by effectively breaking concurrency, hardcoding the order threads execute → risk of starvation.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30120">
              <a:lnSpc>
                <a:spcPct val="115000"/>
              </a:lnSpc>
              <a:buClr>
                <a:srgbClr val="595959"/>
              </a:buClr>
              <a:buFont typeface="Lato"/>
              <a:buChar char="○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Using two flags, one per thread, to allow for one thread taking over the other in case of starvation still does not solve the problem.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30120">
              <a:lnSpc>
                <a:spcPct val="115000"/>
              </a:lnSpc>
              <a:buClr>
                <a:srgbClr val="595959"/>
              </a:buClr>
              <a:buFont typeface="Lato"/>
              <a:buChar char="○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Making threads respect first ask and then enter their critical section does not address the problem either…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30120">
              <a:lnSpc>
                <a:spcPct val="115000"/>
              </a:lnSpc>
              <a:buClr>
                <a:srgbClr val="595959"/>
              </a:buClr>
              <a:buFont typeface="Lato"/>
              <a:buChar char="○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Nor does making up our mind regarding whether we should enter our critical section or not…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" name="PlaceHolder 3"/>
          <p:cNvSpPr>
            <a:spLocks noGrp="1"/>
          </p:cNvSpPr>
          <p:nvPr>
            <p:ph type="sldNum" idx="10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l" sz="1000" spc="-1" strike="noStrike">
                <a:solidFill>
                  <a:schemeClr val="accen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55B0719-3A53-40C9-A4D7-2349CF0C4C6C}" type="slidenum">
              <a:rPr b="0" lang="el" sz="1000" spc="-1" strike="noStrike">
                <a:solidFill>
                  <a:schemeClr val="accent1"/>
                </a:solidFill>
                <a:latin typeface="Lato"/>
                <a:ea typeface="Lato"/>
              </a:rPr>
              <a:t>7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11" dur="indefinite" restart="never" nodeType="tmRoot">
          <p:childTnLst>
            <p:seq>
              <p:cTn id="112" dur="indefinite" nodeType="mainSeq">
                <p:childTnLst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88000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l" sz="2600" spc="-1" strike="noStrike">
                <a:solidFill>
                  <a:schemeClr val="dk2"/>
                </a:solidFill>
                <a:latin typeface="Lato"/>
                <a:ea typeface="Lato"/>
              </a:rPr>
              <a:t>Bad Idea + Bad Idea == ?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8" name="PlaceHolder 2"/>
          <p:cNvSpPr>
            <a:spLocks noGrp="1"/>
          </p:cNvSpPr>
          <p:nvPr>
            <p:ph/>
          </p:nvPr>
        </p:nvSpPr>
        <p:spPr>
          <a:xfrm>
            <a:off x="729360" y="1378080"/>
            <a:ext cx="7688520" cy="29617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However, the last solution, was the most correct, in the sense that things break up in just one case.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So, it might make sense to try to fix that.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Can you mix up ideas from last time to create a new solution that also addresses this subtle case?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30120">
              <a:lnSpc>
                <a:spcPct val="115000"/>
              </a:lnSpc>
              <a:buClr>
                <a:srgbClr val="595959"/>
              </a:buClr>
              <a:buFont typeface="Lato"/>
              <a:buChar char="○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Hint 1: Use the code found in source/racing_006.c as a starting point.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30120">
              <a:lnSpc>
                <a:spcPct val="115000"/>
              </a:lnSpc>
              <a:buClr>
                <a:srgbClr val="595959"/>
              </a:buClr>
              <a:buFont typeface="Lato"/>
              <a:buChar char="○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Hint 2: Modify the flag updating parts a bit, looking up what happens in source/racing_00x.c for x = 2, 4, and 5.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30120">
              <a:lnSpc>
                <a:spcPct val="115000"/>
              </a:lnSpc>
              <a:buClr>
                <a:srgbClr val="595959"/>
              </a:buClr>
              <a:buFont typeface="Lato"/>
              <a:buChar char="○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Hint 3: Use turns alongside the idea presented in source/racing_006.c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" name="PlaceHolder 3"/>
          <p:cNvSpPr>
            <a:spLocks noGrp="1"/>
          </p:cNvSpPr>
          <p:nvPr>
            <p:ph type="sldNum" idx="11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l" sz="1000" spc="-1" strike="noStrike">
                <a:solidFill>
                  <a:schemeClr val="accen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A9AEFCD-72B3-480A-9443-4A25E8F19733}" type="slidenum">
              <a:rPr b="0" lang="el" sz="1000" spc="-1" strike="noStrike">
                <a:solidFill>
                  <a:schemeClr val="accent1"/>
                </a:solidFill>
                <a:latin typeface="Lato"/>
                <a:ea typeface="Lato"/>
              </a:rPr>
              <a:t>8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45" dur="indefinite" restart="never" nodeType="tmRoot">
          <p:childTnLst>
            <p:seq>
              <p:cTn id="146" dur="indefinite" nodeType="mainSeq">
                <p:childTnLst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88000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l" sz="2600" spc="-1" strike="noStrike">
                <a:solidFill>
                  <a:schemeClr val="dk2"/>
                </a:solidFill>
                <a:latin typeface="Lato"/>
                <a:ea typeface="Lato"/>
              </a:rPr>
              <a:t>Dekker’s Algorithm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1" name="PlaceHolder 2"/>
          <p:cNvSpPr>
            <a:spLocks noGrp="1"/>
          </p:cNvSpPr>
          <p:nvPr>
            <p:ph/>
          </p:nvPr>
        </p:nvSpPr>
        <p:spPr>
          <a:xfrm>
            <a:off x="729360" y="1378080"/>
            <a:ext cx="7688520" cy="29617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1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Dekker's algorithm</a:t>
            </a: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 is one of the earliest algorithms designed to solve the critical section problem for two processes.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Shared variables: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30120">
              <a:lnSpc>
                <a:spcPct val="115000"/>
              </a:lnSpc>
              <a:buClr>
                <a:srgbClr val="595959"/>
              </a:buClr>
              <a:buFont typeface="Lato"/>
              <a:buChar char="○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flag[2]: An array of two boolean flags, one for each process. flag[i] indicates whether process i wants to enter the critical section.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30120">
              <a:lnSpc>
                <a:spcPct val="115000"/>
              </a:lnSpc>
              <a:buClr>
                <a:srgbClr val="595959"/>
              </a:buClr>
              <a:buFont typeface="Lato"/>
              <a:buChar char="○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turn: An integer variable indicating whose turn it is to enter the critical section.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In pseudocode (next slide).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2" name="PlaceHolder 3"/>
          <p:cNvSpPr>
            <a:spLocks noGrp="1"/>
          </p:cNvSpPr>
          <p:nvPr>
            <p:ph type="sldNum" idx="12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l" sz="1000" spc="-1" strike="noStrike">
                <a:solidFill>
                  <a:schemeClr val="accen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D009A18-A443-4D4D-8803-A9566C00ADFB}" type="slidenum">
              <a:rPr b="0" lang="el" sz="1000" spc="-1" strike="noStrike">
                <a:solidFill>
                  <a:schemeClr val="accent1"/>
                </a:solidFill>
                <a:latin typeface="Lato"/>
                <a:ea typeface="Lato"/>
              </a:rPr>
              <a:t>9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71" dur="indefinite" restart="never" nodeType="tmRoot">
          <p:childTnLst>
            <p:seq>
              <p:cTn id="172" dur="indefinite" nodeType="mainSeq">
                <p:childTnLst>
                  <p:par>
                    <p:cTn id="173" fill="hold">
                      <p:stCondLst>
                        <p:cond delay="indefinite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>
                      <p:stCondLst>
                        <p:cond delay="indefinite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1" fill="hold">
                      <p:stCondLst>
                        <p:cond delay="indefinite"/>
                      </p:stCondLst>
                      <p:childTnLst>
                        <p:par>
                          <p:cTn id="182" fill="hold">
                            <p:stCondLst>
                              <p:cond delay="0"/>
                            </p:stCondLst>
                            <p:childTnLst>
                              <p:par>
                                <p:cTn id="18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5" fill="hold">
                      <p:stCondLst>
                        <p:cond delay="indefinite"/>
                      </p:stCondLst>
                      <p:childTnLst>
                        <p:par>
                          <p:cTn id="186" fill="hold">
                            <p:stCondLst>
                              <p:cond delay="0"/>
                            </p:stCondLst>
                            <p:childTnLst>
                              <p:par>
                                <p:cTn id="18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9" fill="hold">
                      <p:stCondLst>
                        <p:cond delay="indefinite"/>
                      </p:stCondLst>
                      <p:childTnLst>
                        <p:par>
                          <p:cTn id="190" fill="hold">
                            <p:stCondLst>
                              <p:cond delay="0"/>
                            </p:stCondLst>
                            <p:childTnLst>
                              <p:par>
                                <p:cTn id="19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88000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l" sz="2600" spc="-1" strike="noStrike">
                <a:solidFill>
                  <a:schemeClr val="dk2"/>
                </a:solidFill>
                <a:latin typeface="Lato"/>
                <a:ea typeface="Lato"/>
              </a:rPr>
              <a:t>Dekker’s Algorithm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4" name="PlaceHolder 2"/>
          <p:cNvSpPr>
            <a:spLocks noGrp="1"/>
          </p:cNvSpPr>
          <p:nvPr>
            <p:ph/>
          </p:nvPr>
        </p:nvSpPr>
        <p:spPr>
          <a:xfrm>
            <a:off x="729360" y="1378080"/>
            <a:ext cx="3841920" cy="376488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98000"/>
          </a:bodyPr>
          <a:p>
            <a:pPr indent="0">
              <a:lnSpc>
                <a:spcPct val="135000"/>
              </a:lnSpc>
              <a:buNone/>
              <a:tabLst>
                <a:tab algn="l" pos="0"/>
              </a:tabLst>
            </a:pPr>
            <a:r>
              <a:rPr b="0" lang="el" sz="1050" spc="-1" strike="noStrike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</a:rPr>
              <a:t>// Process 0</a:t>
            </a:r>
            <a:br>
              <a:rPr sz="1050"/>
            </a:br>
            <a:r>
              <a:rPr b="0" lang="el" sz="1050" spc="-1" strike="noStrike">
                <a:solidFill>
                  <a:srgbClr val="af00db"/>
                </a:solidFill>
                <a:highlight>
                  <a:srgbClr val="ffffff"/>
                </a:highlight>
                <a:latin typeface="Consolas"/>
                <a:ea typeface="Consolas"/>
              </a:rPr>
              <a:t>while</a:t>
            </a:r>
            <a:r>
              <a:rPr b="0" lang="el" sz="1050" spc="-1" strike="noStrik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</a:rPr>
              <a:t> (</a:t>
            </a:r>
            <a:r>
              <a:rPr b="0" lang="el" sz="1050" spc="-1" strike="noStrike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</a:rPr>
              <a:t>true</a:t>
            </a:r>
            <a:r>
              <a:rPr b="0" lang="el" sz="1050" spc="-1" strike="noStrik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</a:rPr>
              <a:t>) {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35000"/>
              </a:lnSpc>
              <a:buNone/>
              <a:tabLst>
                <a:tab algn="l" pos="0"/>
              </a:tabLst>
            </a:pPr>
            <a:r>
              <a:rPr b="0" lang="el" sz="1050" spc="-1" strike="noStrik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</a:rPr>
              <a:t>    </a:t>
            </a:r>
            <a:r>
              <a:rPr b="0" lang="el" sz="1050" spc="-1" strike="noStrike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</a:rPr>
              <a:t>flag</a:t>
            </a:r>
            <a:r>
              <a:rPr b="0" lang="el" sz="1050" spc="-1" strike="noStrik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</a:rPr>
              <a:t>[</a:t>
            </a:r>
            <a:r>
              <a:rPr b="0" lang="el" sz="1050" spc="-1" strike="noStrike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</a:rPr>
              <a:t>0</a:t>
            </a:r>
            <a:r>
              <a:rPr b="0" lang="el" sz="1050" spc="-1" strike="noStrik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</a:rPr>
              <a:t>] = </a:t>
            </a:r>
            <a:r>
              <a:rPr b="0" lang="el" sz="1050" spc="-1" strike="noStrike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</a:rPr>
              <a:t>true</a:t>
            </a:r>
            <a:r>
              <a:rPr b="0" lang="el" sz="1050" spc="-1" strike="noStrik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</a:rPr>
              <a:t>;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35000"/>
              </a:lnSpc>
              <a:buNone/>
              <a:tabLst>
                <a:tab algn="l" pos="0"/>
              </a:tabLst>
            </a:pPr>
            <a:r>
              <a:rPr b="0" lang="el" sz="1050" spc="-1" strike="noStrik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</a:rPr>
              <a:t>    </a:t>
            </a:r>
            <a:r>
              <a:rPr b="0" lang="el" sz="1050" spc="-1" strike="noStrike">
                <a:solidFill>
                  <a:srgbClr val="af00db"/>
                </a:solidFill>
                <a:highlight>
                  <a:srgbClr val="ffffff"/>
                </a:highlight>
                <a:latin typeface="Consolas"/>
                <a:ea typeface="Consolas"/>
              </a:rPr>
              <a:t>while</a:t>
            </a:r>
            <a:r>
              <a:rPr b="0" lang="el" sz="1050" spc="-1" strike="noStrik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</a:rPr>
              <a:t> (</a:t>
            </a:r>
            <a:r>
              <a:rPr b="0" lang="el" sz="1050" spc="-1" strike="noStrike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</a:rPr>
              <a:t>flag</a:t>
            </a:r>
            <a:r>
              <a:rPr b="0" lang="el" sz="1050" spc="-1" strike="noStrik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</a:rPr>
              <a:t>[</a:t>
            </a:r>
            <a:r>
              <a:rPr b="0" lang="el" sz="1050" spc="-1" strike="noStrike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</a:rPr>
              <a:t>1</a:t>
            </a:r>
            <a:r>
              <a:rPr b="0" lang="el" sz="1050" spc="-1" strike="noStrik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</a:rPr>
              <a:t>]) {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35000"/>
              </a:lnSpc>
              <a:buNone/>
              <a:tabLst>
                <a:tab algn="l" pos="0"/>
              </a:tabLst>
            </a:pPr>
            <a:r>
              <a:rPr b="0" lang="el" sz="1050" spc="-1" strike="noStrik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</a:rPr>
              <a:t>        </a:t>
            </a:r>
            <a:r>
              <a:rPr b="0" lang="el" sz="1050" spc="-1" strike="noStrike">
                <a:solidFill>
                  <a:srgbClr val="af00db"/>
                </a:solidFill>
                <a:highlight>
                  <a:srgbClr val="ffffff"/>
                </a:highlight>
                <a:latin typeface="Consolas"/>
                <a:ea typeface="Consolas"/>
              </a:rPr>
              <a:t>if</a:t>
            </a:r>
            <a:r>
              <a:rPr b="0" lang="el" sz="1050" spc="-1" strike="noStrik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</a:rPr>
              <a:t> (turn == </a:t>
            </a:r>
            <a:r>
              <a:rPr b="0" lang="el" sz="1050" spc="-1" strike="noStrike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</a:rPr>
              <a:t>1</a:t>
            </a:r>
            <a:r>
              <a:rPr b="0" lang="el" sz="1050" spc="-1" strike="noStrik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</a:rPr>
              <a:t>) {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35000"/>
              </a:lnSpc>
              <a:buNone/>
              <a:tabLst>
                <a:tab algn="l" pos="0"/>
              </a:tabLst>
            </a:pPr>
            <a:r>
              <a:rPr b="0" lang="el" sz="1050" spc="-1" strike="noStrik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</a:rPr>
              <a:t>            </a:t>
            </a:r>
            <a:r>
              <a:rPr b="0" lang="el" sz="1050" spc="-1" strike="noStrike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</a:rPr>
              <a:t>flag</a:t>
            </a:r>
            <a:r>
              <a:rPr b="0" lang="el" sz="1050" spc="-1" strike="noStrik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</a:rPr>
              <a:t>[</a:t>
            </a:r>
            <a:r>
              <a:rPr b="0" lang="el" sz="1050" spc="-1" strike="noStrike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</a:rPr>
              <a:t>0</a:t>
            </a:r>
            <a:r>
              <a:rPr b="0" lang="el" sz="1050" spc="-1" strike="noStrik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</a:rPr>
              <a:t>] = </a:t>
            </a:r>
            <a:r>
              <a:rPr b="0" lang="el" sz="1050" spc="-1" strike="noStrike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</a:rPr>
              <a:t>false</a:t>
            </a:r>
            <a:r>
              <a:rPr b="0" lang="el" sz="1050" spc="-1" strike="noStrik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</a:rPr>
              <a:t>;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35000"/>
              </a:lnSpc>
              <a:buNone/>
              <a:tabLst>
                <a:tab algn="l" pos="0"/>
              </a:tabLst>
            </a:pPr>
            <a:r>
              <a:rPr b="0" lang="el" sz="1050" spc="-1" strike="noStrik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</a:rPr>
              <a:t>            </a:t>
            </a:r>
            <a:r>
              <a:rPr b="0" lang="el" sz="1050" spc="-1" strike="noStrike">
                <a:solidFill>
                  <a:srgbClr val="af00db"/>
                </a:solidFill>
                <a:highlight>
                  <a:srgbClr val="ffffff"/>
                </a:highlight>
                <a:latin typeface="Consolas"/>
                <a:ea typeface="Consolas"/>
              </a:rPr>
              <a:t>while</a:t>
            </a:r>
            <a:r>
              <a:rPr b="0" lang="el" sz="1050" spc="-1" strike="noStrik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</a:rPr>
              <a:t> (turn == </a:t>
            </a:r>
            <a:r>
              <a:rPr b="0" lang="el" sz="1050" spc="-1" strike="noStrike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</a:rPr>
              <a:t>1</a:t>
            </a:r>
            <a:r>
              <a:rPr b="0" lang="el" sz="1050" spc="-1" strike="noStrik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</a:rPr>
              <a:t>) {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35000"/>
              </a:lnSpc>
              <a:buNone/>
              <a:tabLst>
                <a:tab algn="l" pos="0"/>
              </a:tabLst>
            </a:pPr>
            <a:r>
              <a:rPr b="0" lang="el" sz="1050" spc="-1" strike="noStrike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</a:rPr>
              <a:t>                </a:t>
            </a:r>
            <a:r>
              <a:rPr b="0" lang="el" sz="1050" spc="-1" strike="noStrike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</a:rPr>
              <a:t>// Busy wait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35000"/>
              </a:lnSpc>
              <a:buNone/>
              <a:tabLst>
                <a:tab algn="l" pos="0"/>
              </a:tabLst>
            </a:pPr>
            <a:r>
              <a:rPr b="0" lang="el" sz="1050" spc="-1" strike="noStrik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</a:rPr>
              <a:t>            </a:t>
            </a:r>
            <a:r>
              <a:rPr b="0" lang="el" sz="1050" spc="-1" strike="noStrik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</a:rPr>
              <a:t>}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35000"/>
              </a:lnSpc>
              <a:buNone/>
              <a:tabLst>
                <a:tab algn="l" pos="0"/>
              </a:tabLst>
            </a:pPr>
            <a:r>
              <a:rPr b="0" lang="el" sz="1050" spc="-1" strike="noStrik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</a:rPr>
              <a:t>            </a:t>
            </a:r>
            <a:r>
              <a:rPr b="0" lang="el" sz="1050" spc="-1" strike="noStrike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</a:rPr>
              <a:t>flag</a:t>
            </a:r>
            <a:r>
              <a:rPr b="0" lang="el" sz="1050" spc="-1" strike="noStrik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</a:rPr>
              <a:t>[</a:t>
            </a:r>
            <a:r>
              <a:rPr b="0" lang="el" sz="1050" spc="-1" strike="noStrike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</a:rPr>
              <a:t>0</a:t>
            </a:r>
            <a:r>
              <a:rPr b="0" lang="el" sz="1050" spc="-1" strike="noStrik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</a:rPr>
              <a:t>] = </a:t>
            </a:r>
            <a:r>
              <a:rPr b="0" lang="el" sz="1050" spc="-1" strike="noStrike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</a:rPr>
              <a:t>true</a:t>
            </a:r>
            <a:r>
              <a:rPr b="0" lang="el" sz="1050" spc="-1" strike="noStrik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</a:rPr>
              <a:t>;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35000"/>
              </a:lnSpc>
              <a:buNone/>
              <a:tabLst>
                <a:tab algn="l" pos="0"/>
              </a:tabLst>
            </a:pPr>
            <a:r>
              <a:rPr b="0" lang="el" sz="1050" spc="-1" strike="noStrik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</a:rPr>
              <a:t>        </a:t>
            </a:r>
            <a:r>
              <a:rPr b="0" lang="el" sz="1050" spc="-1" strike="noStrik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</a:rPr>
              <a:t>}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35000"/>
              </a:lnSpc>
              <a:buNone/>
              <a:tabLst>
                <a:tab algn="l" pos="0"/>
              </a:tabLst>
            </a:pPr>
            <a:r>
              <a:rPr b="0" lang="el" sz="1050" spc="-1" strike="noStrik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</a:rPr>
              <a:t>    </a:t>
            </a:r>
            <a:r>
              <a:rPr b="0" lang="el" sz="1050" spc="-1" strike="noStrik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</a:rPr>
              <a:t>}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35000"/>
              </a:lnSpc>
              <a:buNone/>
              <a:tabLst>
                <a:tab algn="l" pos="0"/>
              </a:tabLst>
            </a:pPr>
            <a:r>
              <a:rPr b="0" lang="el" sz="1050" spc="-1" strike="noStrike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</a:rPr>
              <a:t>    </a:t>
            </a:r>
            <a:r>
              <a:rPr b="0" lang="el" sz="1050" spc="-1" strike="noStrike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</a:rPr>
              <a:t>// Critical Section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35000"/>
              </a:lnSpc>
              <a:buNone/>
              <a:tabLst>
                <a:tab algn="l" pos="0"/>
              </a:tabLst>
            </a:pPr>
            <a:r>
              <a:rPr b="0" lang="el" sz="1050" spc="-1" strike="noStrik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</a:rPr>
              <a:t>    </a:t>
            </a:r>
            <a:r>
              <a:rPr b="0" lang="el" sz="1050" spc="-1" strike="noStrik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</a:rPr>
              <a:t>turn = </a:t>
            </a:r>
            <a:r>
              <a:rPr b="0" lang="el" sz="1050" spc="-1" strike="noStrike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</a:rPr>
              <a:t>1</a:t>
            </a:r>
            <a:r>
              <a:rPr b="0" lang="el" sz="1050" spc="-1" strike="noStrik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</a:rPr>
              <a:t>;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35000"/>
              </a:lnSpc>
              <a:buNone/>
              <a:tabLst>
                <a:tab algn="l" pos="0"/>
              </a:tabLst>
            </a:pPr>
            <a:r>
              <a:rPr b="0" lang="el" sz="1050" spc="-1" strike="noStrik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</a:rPr>
              <a:t>    </a:t>
            </a:r>
            <a:r>
              <a:rPr b="0" lang="el" sz="1050" spc="-1" strike="noStrike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</a:rPr>
              <a:t>flag</a:t>
            </a:r>
            <a:r>
              <a:rPr b="0" lang="el" sz="1050" spc="-1" strike="noStrik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</a:rPr>
              <a:t>[</a:t>
            </a:r>
            <a:r>
              <a:rPr b="0" lang="el" sz="1050" spc="-1" strike="noStrike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</a:rPr>
              <a:t>0</a:t>
            </a:r>
            <a:r>
              <a:rPr b="0" lang="el" sz="1050" spc="-1" strike="noStrik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</a:rPr>
              <a:t>] = </a:t>
            </a:r>
            <a:r>
              <a:rPr b="0" lang="el" sz="1050" spc="-1" strike="noStrike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</a:rPr>
              <a:t>false</a:t>
            </a:r>
            <a:r>
              <a:rPr b="0" lang="el" sz="1050" spc="-1" strike="noStrik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</a:rPr>
              <a:t>;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35000"/>
              </a:lnSpc>
              <a:buNone/>
              <a:tabLst>
                <a:tab algn="l" pos="0"/>
              </a:tabLst>
            </a:pPr>
            <a:r>
              <a:rPr b="0" lang="el" sz="1050" spc="-1" strike="noStrike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</a:rPr>
              <a:t>    </a:t>
            </a:r>
            <a:r>
              <a:rPr b="0" lang="el" sz="1050" spc="-1" strike="noStrike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</a:rPr>
              <a:t>// Remainder Section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35000"/>
              </a:lnSpc>
              <a:buNone/>
              <a:tabLst>
                <a:tab algn="l" pos="0"/>
              </a:tabLst>
            </a:pPr>
            <a:r>
              <a:rPr b="0" lang="el" sz="1050" spc="-1" strike="noStrik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</a:rPr>
              <a:t>}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" name="PlaceHolder 3"/>
          <p:cNvSpPr>
            <a:spLocks noGrp="1"/>
          </p:cNvSpPr>
          <p:nvPr>
            <p:ph type="sldNum" idx="13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l" sz="1000" spc="-1" strike="noStrike">
                <a:solidFill>
                  <a:schemeClr val="accen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4EAD2A5-D91C-4BE6-86AE-0B362E7ADF99}" type="slidenum">
              <a:rPr b="0" lang="el" sz="1000" spc="-1" strike="noStrike">
                <a:solidFill>
                  <a:schemeClr val="accent1"/>
                </a:solidFill>
                <a:latin typeface="Lato"/>
                <a:ea typeface="Lato"/>
              </a:rPr>
              <a:t>10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6" name="PlaceHolder 4"/>
          <p:cNvSpPr>
            <a:spLocks noGrp="1"/>
          </p:cNvSpPr>
          <p:nvPr>
            <p:ph/>
          </p:nvPr>
        </p:nvSpPr>
        <p:spPr>
          <a:xfrm>
            <a:off x="4694040" y="1378080"/>
            <a:ext cx="3841920" cy="376488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98000"/>
          </a:bodyPr>
          <a:p>
            <a:pPr indent="0">
              <a:lnSpc>
                <a:spcPct val="135000"/>
              </a:lnSpc>
              <a:buNone/>
              <a:tabLst>
                <a:tab algn="l" pos="0"/>
              </a:tabLst>
            </a:pPr>
            <a:r>
              <a:rPr b="0" lang="el" sz="1050" spc="-1" strike="noStrike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</a:rPr>
              <a:t>// Process 1</a:t>
            </a:r>
            <a:br>
              <a:rPr sz="1050"/>
            </a:br>
            <a:r>
              <a:rPr b="0" lang="el" sz="1050" spc="-1" strike="noStrike">
                <a:solidFill>
                  <a:srgbClr val="af00db"/>
                </a:solidFill>
                <a:highlight>
                  <a:srgbClr val="ffffff"/>
                </a:highlight>
                <a:latin typeface="Consolas"/>
                <a:ea typeface="Consolas"/>
              </a:rPr>
              <a:t>while</a:t>
            </a:r>
            <a:r>
              <a:rPr b="0" lang="el" sz="1050" spc="-1" strike="noStrik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</a:rPr>
              <a:t> (</a:t>
            </a:r>
            <a:r>
              <a:rPr b="0" lang="el" sz="1050" spc="-1" strike="noStrike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</a:rPr>
              <a:t>true</a:t>
            </a:r>
            <a:r>
              <a:rPr b="0" lang="el" sz="1050" spc="-1" strike="noStrik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</a:rPr>
              <a:t>) {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35000"/>
              </a:lnSpc>
              <a:buNone/>
              <a:tabLst>
                <a:tab algn="l" pos="0"/>
              </a:tabLst>
            </a:pPr>
            <a:r>
              <a:rPr b="0" lang="el" sz="1050" spc="-1" strike="noStrik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</a:rPr>
              <a:t>    </a:t>
            </a:r>
            <a:r>
              <a:rPr b="0" lang="el" sz="1050" spc="-1" strike="noStrike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</a:rPr>
              <a:t>flag</a:t>
            </a:r>
            <a:r>
              <a:rPr b="0" lang="el" sz="1050" spc="-1" strike="noStrik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</a:rPr>
              <a:t>[</a:t>
            </a:r>
            <a:r>
              <a:rPr b="0" lang="el" sz="1050" spc="-1" strike="noStrike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</a:rPr>
              <a:t>1</a:t>
            </a:r>
            <a:r>
              <a:rPr b="0" lang="el" sz="1050" spc="-1" strike="noStrik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</a:rPr>
              <a:t>] = </a:t>
            </a:r>
            <a:r>
              <a:rPr b="0" lang="el" sz="1050" spc="-1" strike="noStrike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</a:rPr>
              <a:t>true</a:t>
            </a:r>
            <a:r>
              <a:rPr b="0" lang="el" sz="1050" spc="-1" strike="noStrik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</a:rPr>
              <a:t>;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35000"/>
              </a:lnSpc>
              <a:buNone/>
              <a:tabLst>
                <a:tab algn="l" pos="0"/>
              </a:tabLst>
            </a:pPr>
            <a:r>
              <a:rPr b="0" lang="el" sz="1050" spc="-1" strike="noStrik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</a:rPr>
              <a:t>    </a:t>
            </a:r>
            <a:r>
              <a:rPr b="0" lang="el" sz="1050" spc="-1" strike="noStrike">
                <a:solidFill>
                  <a:srgbClr val="af00db"/>
                </a:solidFill>
                <a:highlight>
                  <a:srgbClr val="ffffff"/>
                </a:highlight>
                <a:latin typeface="Consolas"/>
                <a:ea typeface="Consolas"/>
              </a:rPr>
              <a:t>while</a:t>
            </a:r>
            <a:r>
              <a:rPr b="0" lang="el" sz="1050" spc="-1" strike="noStrik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</a:rPr>
              <a:t> (</a:t>
            </a:r>
            <a:r>
              <a:rPr b="0" lang="el" sz="1050" spc="-1" strike="noStrike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</a:rPr>
              <a:t>flag</a:t>
            </a:r>
            <a:r>
              <a:rPr b="0" lang="el" sz="1050" spc="-1" strike="noStrik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</a:rPr>
              <a:t>[</a:t>
            </a:r>
            <a:r>
              <a:rPr b="0" lang="el" sz="1050" spc="-1" strike="noStrike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</a:rPr>
              <a:t>0</a:t>
            </a:r>
            <a:r>
              <a:rPr b="0" lang="el" sz="1050" spc="-1" strike="noStrik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</a:rPr>
              <a:t>]) {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35000"/>
              </a:lnSpc>
              <a:buNone/>
              <a:tabLst>
                <a:tab algn="l" pos="0"/>
              </a:tabLst>
            </a:pPr>
            <a:r>
              <a:rPr b="0" lang="el" sz="1050" spc="-1" strike="noStrik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</a:rPr>
              <a:t>        </a:t>
            </a:r>
            <a:r>
              <a:rPr b="0" lang="el" sz="1050" spc="-1" strike="noStrike">
                <a:solidFill>
                  <a:srgbClr val="af00db"/>
                </a:solidFill>
                <a:highlight>
                  <a:srgbClr val="ffffff"/>
                </a:highlight>
                <a:latin typeface="Consolas"/>
                <a:ea typeface="Consolas"/>
              </a:rPr>
              <a:t>if</a:t>
            </a:r>
            <a:r>
              <a:rPr b="0" lang="el" sz="1050" spc="-1" strike="noStrik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</a:rPr>
              <a:t> (turn == </a:t>
            </a:r>
            <a:r>
              <a:rPr b="0" lang="el" sz="1050" spc="-1" strike="noStrike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</a:rPr>
              <a:t>0</a:t>
            </a:r>
            <a:r>
              <a:rPr b="0" lang="el" sz="1050" spc="-1" strike="noStrik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</a:rPr>
              <a:t>) {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35000"/>
              </a:lnSpc>
              <a:buNone/>
              <a:tabLst>
                <a:tab algn="l" pos="0"/>
              </a:tabLst>
            </a:pPr>
            <a:r>
              <a:rPr b="0" lang="el" sz="1050" spc="-1" strike="noStrik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</a:rPr>
              <a:t>            </a:t>
            </a:r>
            <a:r>
              <a:rPr b="0" lang="el" sz="1050" spc="-1" strike="noStrike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</a:rPr>
              <a:t>flag</a:t>
            </a:r>
            <a:r>
              <a:rPr b="0" lang="el" sz="1050" spc="-1" strike="noStrik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</a:rPr>
              <a:t>[</a:t>
            </a:r>
            <a:r>
              <a:rPr b="0" lang="el" sz="1050" spc="-1" strike="noStrike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</a:rPr>
              <a:t>1</a:t>
            </a:r>
            <a:r>
              <a:rPr b="0" lang="el" sz="1050" spc="-1" strike="noStrik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</a:rPr>
              <a:t>] = </a:t>
            </a:r>
            <a:r>
              <a:rPr b="0" lang="el" sz="1050" spc="-1" strike="noStrike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</a:rPr>
              <a:t>false</a:t>
            </a:r>
            <a:r>
              <a:rPr b="0" lang="el" sz="1050" spc="-1" strike="noStrik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</a:rPr>
              <a:t>;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35000"/>
              </a:lnSpc>
              <a:buNone/>
              <a:tabLst>
                <a:tab algn="l" pos="0"/>
              </a:tabLst>
            </a:pPr>
            <a:r>
              <a:rPr b="0" lang="el" sz="1050" spc="-1" strike="noStrik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</a:rPr>
              <a:t>            </a:t>
            </a:r>
            <a:r>
              <a:rPr b="0" lang="el" sz="1050" spc="-1" strike="noStrike">
                <a:solidFill>
                  <a:srgbClr val="af00db"/>
                </a:solidFill>
                <a:highlight>
                  <a:srgbClr val="ffffff"/>
                </a:highlight>
                <a:latin typeface="Consolas"/>
                <a:ea typeface="Consolas"/>
              </a:rPr>
              <a:t>while</a:t>
            </a:r>
            <a:r>
              <a:rPr b="0" lang="el" sz="1050" spc="-1" strike="noStrik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</a:rPr>
              <a:t> (turn == </a:t>
            </a:r>
            <a:r>
              <a:rPr b="0" lang="el" sz="1050" spc="-1" strike="noStrike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</a:rPr>
              <a:t>0</a:t>
            </a:r>
            <a:r>
              <a:rPr b="0" lang="el" sz="1050" spc="-1" strike="noStrik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</a:rPr>
              <a:t>) {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35000"/>
              </a:lnSpc>
              <a:buNone/>
              <a:tabLst>
                <a:tab algn="l" pos="0"/>
              </a:tabLst>
            </a:pPr>
            <a:r>
              <a:rPr b="0" lang="el" sz="1050" spc="-1" strike="noStrike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</a:rPr>
              <a:t>                </a:t>
            </a:r>
            <a:r>
              <a:rPr b="0" lang="el" sz="1050" spc="-1" strike="noStrike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</a:rPr>
              <a:t>// Busy wait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35000"/>
              </a:lnSpc>
              <a:buNone/>
              <a:tabLst>
                <a:tab algn="l" pos="0"/>
              </a:tabLst>
            </a:pPr>
            <a:r>
              <a:rPr b="0" lang="el" sz="1050" spc="-1" strike="noStrik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</a:rPr>
              <a:t>            </a:t>
            </a:r>
            <a:r>
              <a:rPr b="0" lang="el" sz="1050" spc="-1" strike="noStrik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</a:rPr>
              <a:t>}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35000"/>
              </a:lnSpc>
              <a:buNone/>
              <a:tabLst>
                <a:tab algn="l" pos="0"/>
              </a:tabLst>
            </a:pPr>
            <a:r>
              <a:rPr b="0" lang="el" sz="1050" spc="-1" strike="noStrik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</a:rPr>
              <a:t>            </a:t>
            </a:r>
            <a:r>
              <a:rPr b="0" lang="el" sz="1050" spc="-1" strike="noStrike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</a:rPr>
              <a:t>flag</a:t>
            </a:r>
            <a:r>
              <a:rPr b="0" lang="el" sz="1050" spc="-1" strike="noStrik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</a:rPr>
              <a:t>[</a:t>
            </a:r>
            <a:r>
              <a:rPr b="0" lang="el" sz="1050" spc="-1" strike="noStrike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</a:rPr>
              <a:t>1</a:t>
            </a:r>
            <a:r>
              <a:rPr b="0" lang="el" sz="1050" spc="-1" strike="noStrik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</a:rPr>
              <a:t>] = </a:t>
            </a:r>
            <a:r>
              <a:rPr b="0" lang="el" sz="1050" spc="-1" strike="noStrike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</a:rPr>
              <a:t>true</a:t>
            </a:r>
            <a:r>
              <a:rPr b="0" lang="el" sz="1050" spc="-1" strike="noStrik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</a:rPr>
              <a:t>;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35000"/>
              </a:lnSpc>
              <a:buNone/>
              <a:tabLst>
                <a:tab algn="l" pos="0"/>
              </a:tabLst>
            </a:pPr>
            <a:r>
              <a:rPr b="0" lang="el" sz="1050" spc="-1" strike="noStrik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</a:rPr>
              <a:t>        </a:t>
            </a:r>
            <a:r>
              <a:rPr b="0" lang="el" sz="1050" spc="-1" strike="noStrik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</a:rPr>
              <a:t>}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35000"/>
              </a:lnSpc>
              <a:buNone/>
              <a:tabLst>
                <a:tab algn="l" pos="0"/>
              </a:tabLst>
            </a:pPr>
            <a:r>
              <a:rPr b="0" lang="el" sz="1050" spc="-1" strike="noStrik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</a:rPr>
              <a:t>    </a:t>
            </a:r>
            <a:r>
              <a:rPr b="0" lang="el" sz="1050" spc="-1" strike="noStrik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</a:rPr>
              <a:t>}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35000"/>
              </a:lnSpc>
              <a:buNone/>
              <a:tabLst>
                <a:tab algn="l" pos="0"/>
              </a:tabLst>
            </a:pPr>
            <a:r>
              <a:rPr b="0" lang="el" sz="1050" spc="-1" strike="noStrike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</a:rPr>
              <a:t>    </a:t>
            </a:r>
            <a:r>
              <a:rPr b="0" lang="el" sz="1050" spc="-1" strike="noStrike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</a:rPr>
              <a:t>// Critical Section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35000"/>
              </a:lnSpc>
              <a:buNone/>
              <a:tabLst>
                <a:tab algn="l" pos="0"/>
              </a:tabLst>
            </a:pPr>
            <a:r>
              <a:rPr b="0" lang="el" sz="1050" spc="-1" strike="noStrik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</a:rPr>
              <a:t>    </a:t>
            </a:r>
            <a:r>
              <a:rPr b="0" lang="el" sz="1050" spc="-1" strike="noStrik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</a:rPr>
              <a:t>turn = </a:t>
            </a:r>
            <a:r>
              <a:rPr b="0" lang="el" sz="1050" spc="-1" strike="noStrike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</a:rPr>
              <a:t>0</a:t>
            </a:r>
            <a:r>
              <a:rPr b="0" lang="el" sz="1050" spc="-1" strike="noStrik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</a:rPr>
              <a:t>;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35000"/>
              </a:lnSpc>
              <a:buNone/>
              <a:tabLst>
                <a:tab algn="l" pos="0"/>
              </a:tabLst>
            </a:pPr>
            <a:r>
              <a:rPr b="0" lang="el" sz="1050" spc="-1" strike="noStrik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</a:rPr>
              <a:t>    </a:t>
            </a:r>
            <a:r>
              <a:rPr b="0" lang="el" sz="1050" spc="-1" strike="noStrike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</a:rPr>
              <a:t>flag</a:t>
            </a:r>
            <a:r>
              <a:rPr b="0" lang="el" sz="1050" spc="-1" strike="noStrik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</a:rPr>
              <a:t>[</a:t>
            </a:r>
            <a:r>
              <a:rPr b="0" lang="el" sz="1050" spc="-1" strike="noStrike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</a:rPr>
              <a:t>1</a:t>
            </a:r>
            <a:r>
              <a:rPr b="0" lang="el" sz="1050" spc="-1" strike="noStrik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</a:rPr>
              <a:t>] = </a:t>
            </a:r>
            <a:r>
              <a:rPr b="0" lang="el" sz="1050" spc="-1" strike="noStrike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</a:rPr>
              <a:t>false</a:t>
            </a:r>
            <a:r>
              <a:rPr b="0" lang="el" sz="1050" spc="-1" strike="noStrik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</a:rPr>
              <a:t>;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35000"/>
              </a:lnSpc>
              <a:buNone/>
              <a:tabLst>
                <a:tab algn="l" pos="0"/>
              </a:tabLst>
            </a:pPr>
            <a:r>
              <a:rPr b="0" lang="el" sz="1050" spc="-1" strike="noStrike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</a:rPr>
              <a:t>    </a:t>
            </a:r>
            <a:r>
              <a:rPr b="0" lang="el" sz="1050" spc="-1" strike="noStrike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</a:rPr>
              <a:t>// Remainder Section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35000"/>
              </a:lnSpc>
              <a:buNone/>
              <a:tabLst>
                <a:tab algn="l" pos="0"/>
              </a:tabLst>
            </a:pPr>
            <a:r>
              <a:rPr b="0" lang="el" sz="1050" spc="-1" strike="noStrik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</a:rPr>
              <a:t>}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88000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l" sz="2600" spc="-1" strike="noStrike">
                <a:solidFill>
                  <a:schemeClr val="dk2"/>
                </a:solidFill>
                <a:latin typeface="Lato"/>
                <a:ea typeface="Lato"/>
              </a:rPr>
              <a:t>Dekker’s Algorithm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8" name="PlaceHolder 2"/>
          <p:cNvSpPr>
            <a:spLocks noGrp="1"/>
          </p:cNvSpPr>
          <p:nvPr>
            <p:ph/>
          </p:nvPr>
        </p:nvSpPr>
        <p:spPr>
          <a:xfrm>
            <a:off x="729360" y="1378080"/>
            <a:ext cx="7688520" cy="376524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A process sets its flag to indicate its intention to enter the critical section.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If the other process's flag is set, it checks the turn variable to determine who should enter the critical section.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The process with the turn enters the critical section.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After exiting the critical section, the process sets its flag to false and sets the turn variable to give the other process the turn.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Dekker's algorithm ensures mutual exclusion, progress, and bounded waiting.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It uses busy waiting, which can be inefficient, e.g., for long critical sections.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Modern synchronization primitives like semaphores and mutexes are often preferred for their efficiency and ease of use.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While Dekker's algorithm is a classic example of a mutual exclusion algorithm, there is better stuff out there…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9" name="PlaceHolder 3"/>
          <p:cNvSpPr>
            <a:spLocks noGrp="1"/>
          </p:cNvSpPr>
          <p:nvPr>
            <p:ph type="sldNum" idx="14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l" sz="1000" spc="-1" strike="noStrike">
                <a:solidFill>
                  <a:schemeClr val="accen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4DD7573-88F2-4D7C-A02E-FAB09B1F9C8C}" type="slidenum">
              <a:rPr b="0" lang="el" sz="1000" spc="-1" strike="noStrike">
                <a:solidFill>
                  <a:schemeClr val="accent1"/>
                </a:solidFill>
                <a:latin typeface="Lato"/>
                <a:ea typeface="Lato"/>
              </a:rPr>
              <a:t>11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93" dur="indefinite" restart="never" nodeType="tmRoot">
          <p:childTnLst>
            <p:seq>
              <p:cTn id="194" dur="indefinite" nodeType="mainSeq">
                <p:childTnLst>
                  <p:par>
                    <p:cTn id="195" fill="hold">
                      <p:stCondLst>
                        <p:cond delay="indefinite"/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9" fill="hold">
                      <p:stCondLst>
                        <p:cond delay="indefinite"/>
                      </p:stCondLst>
                      <p:childTnLst>
                        <p:par>
                          <p:cTn id="200" fill="hold">
                            <p:stCondLst>
                              <p:cond delay="0"/>
                            </p:stCondLst>
                            <p:childTnLst>
                              <p:par>
                                <p:cTn id="20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3" fill="hold">
                      <p:stCondLst>
                        <p:cond delay="indefinite"/>
                      </p:stCondLst>
                      <p:childTnLst>
                        <p:par>
                          <p:cTn id="204" fill="hold">
                            <p:stCondLst>
                              <p:cond delay="0"/>
                            </p:stCondLst>
                            <p:childTnLst>
                              <p:par>
                                <p:cTn id="20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7" fill="hold">
                      <p:stCondLst>
                        <p:cond delay="indefinite"/>
                      </p:stCondLst>
                      <p:childTnLst>
                        <p:par>
                          <p:cTn id="208" fill="hold">
                            <p:stCondLst>
                              <p:cond delay="0"/>
                            </p:stCondLst>
                            <p:childTnLst>
                              <p:par>
                                <p:cTn id="20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1" fill="hold">
                      <p:stCondLst>
                        <p:cond delay="indefinite"/>
                      </p:stCondLst>
                      <p:childTnLst>
                        <p:par>
                          <p:cTn id="212" fill="hold">
                            <p:stCondLst>
                              <p:cond delay="0"/>
                            </p:stCondLst>
                            <p:childTnLst>
                              <p:par>
                                <p:cTn id="21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5" fill="hold">
                      <p:stCondLst>
                        <p:cond delay="indefinite"/>
                      </p:stCondLst>
                      <p:childTnLst>
                        <p:par>
                          <p:cTn id="216" fill="hold">
                            <p:stCondLst>
                              <p:cond delay="0"/>
                            </p:stCondLst>
                            <p:childTnLst>
                              <p:par>
                                <p:cTn id="21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9" fill="hold">
                      <p:stCondLst>
                        <p:cond delay="indefinite"/>
                      </p:stCondLst>
                      <p:childTnLst>
                        <p:par>
                          <p:cTn id="220" fill="hold">
                            <p:stCondLst>
                              <p:cond delay="0"/>
                            </p:stCondLst>
                            <p:childTnLst>
                              <p:par>
                                <p:cTn id="22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3" fill="hold">
                      <p:stCondLst>
                        <p:cond delay="indefinite"/>
                      </p:stCondLst>
                      <p:childTnLst>
                        <p:par>
                          <p:cTn id="224" fill="hold">
                            <p:stCondLst>
                              <p:cond delay="0"/>
                            </p:stCondLst>
                            <p:childTnLst>
                              <p:par>
                                <p:cTn id="22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88000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l" sz="2600" spc="-1" strike="noStrike">
                <a:solidFill>
                  <a:schemeClr val="dk2"/>
                </a:solidFill>
                <a:latin typeface="Lato"/>
                <a:ea typeface="Lato"/>
              </a:rPr>
              <a:t>Bad Idea + Bad Idea == Very Good Idea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1" name="PlaceHolder 2"/>
          <p:cNvSpPr>
            <a:spLocks noGrp="1"/>
          </p:cNvSpPr>
          <p:nvPr>
            <p:ph/>
          </p:nvPr>
        </p:nvSpPr>
        <p:spPr>
          <a:xfrm>
            <a:off x="729360" y="1378080"/>
            <a:ext cx="7688520" cy="29617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Can you implement the above in C?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30120">
              <a:lnSpc>
                <a:spcPct val="115000"/>
              </a:lnSpc>
              <a:buClr>
                <a:srgbClr val="595959"/>
              </a:buClr>
              <a:buFont typeface="Lato"/>
              <a:buChar char="○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Take some time to do so!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Check out source/racing_007.c: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30120">
              <a:lnSpc>
                <a:spcPct val="115000"/>
              </a:lnSpc>
              <a:buClr>
                <a:srgbClr val="595959"/>
              </a:buClr>
              <a:buFont typeface="Lato"/>
              <a:buChar char="○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Is this correct – compare it to the pseudocode above.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30120">
              <a:lnSpc>
                <a:spcPct val="115000"/>
              </a:lnSpc>
              <a:buClr>
                <a:srgbClr val="595959"/>
              </a:buClr>
              <a:buFont typeface="Lato"/>
              <a:buChar char="○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Run it a few times (~10).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30120">
              <a:lnSpc>
                <a:spcPct val="115000"/>
              </a:lnSpc>
              <a:buClr>
                <a:srgbClr val="595959"/>
              </a:buClr>
              <a:buFont typeface="Lato"/>
              <a:buChar char="○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So, does it really work?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2" name="PlaceHolder 3"/>
          <p:cNvSpPr>
            <a:spLocks noGrp="1"/>
          </p:cNvSpPr>
          <p:nvPr>
            <p:ph type="sldNum" idx="15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l" sz="1000" spc="-1" strike="noStrike">
                <a:solidFill>
                  <a:schemeClr val="accen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B24CF58-7F59-41E7-8C76-6B0A9415FDC2}" type="slidenum">
              <a:rPr b="0" lang="el" sz="1000" spc="-1" strike="noStrike">
                <a:solidFill>
                  <a:schemeClr val="accent1"/>
                </a:solidFill>
                <a:latin typeface="Lato"/>
                <a:ea typeface="Lato"/>
              </a:rPr>
              <a:t>12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27" dur="indefinite" restart="never" nodeType="tmRoot">
          <p:childTnLst>
            <p:seq>
              <p:cTn id="228" dur="indefinite" nodeType="mainSeq">
                <p:childTnLst>
                  <p:par>
                    <p:cTn id="229" fill="hold">
                      <p:stCondLst>
                        <p:cond delay="indefinite"/>
                      </p:stCondLst>
                      <p:childTnLst>
                        <p:par>
                          <p:cTn id="230" fill="hold">
                            <p:stCondLst>
                              <p:cond delay="0"/>
                            </p:stCondLst>
                            <p:childTnLst>
                              <p:par>
                                <p:cTn id="23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3" fill="hold">
                      <p:stCondLst>
                        <p:cond delay="indefinite"/>
                      </p:stCondLst>
                      <p:childTnLst>
                        <p:par>
                          <p:cTn id="234" fill="hold">
                            <p:stCondLst>
                              <p:cond delay="0"/>
                            </p:stCondLst>
                            <p:childTnLst>
                              <p:par>
                                <p:cTn id="23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7" fill="hold">
                      <p:stCondLst>
                        <p:cond delay="indefinite"/>
                      </p:stCondLst>
                      <p:childTnLst>
                        <p:par>
                          <p:cTn id="238" fill="hold">
                            <p:stCondLst>
                              <p:cond delay="0"/>
                            </p:stCondLst>
                            <p:childTnLst>
                              <p:par>
                                <p:cTn id="23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1" fill="hold">
                      <p:stCondLst>
                        <p:cond delay="indefinite"/>
                      </p:stCondLst>
                      <p:childTnLst>
                        <p:par>
                          <p:cTn id="242" fill="hold">
                            <p:stCondLst>
                              <p:cond delay="0"/>
                            </p:stCondLst>
                            <p:childTnLst>
                              <p:par>
                                <p:cTn id="24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5" fill="hold">
                      <p:stCondLst>
                        <p:cond delay="indefinite"/>
                      </p:stCondLst>
                      <p:childTnLst>
                        <p:par>
                          <p:cTn id="246" fill="hold">
                            <p:stCondLst>
                              <p:cond delay="0"/>
                            </p:stCondLst>
                            <p:childTnLst>
                              <p:par>
                                <p:cTn id="24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9" fill="hold">
                      <p:stCondLst>
                        <p:cond delay="indefinite"/>
                      </p:stCondLst>
                      <p:childTnLst>
                        <p:par>
                          <p:cTn id="250" fill="hold">
                            <p:stCondLst>
                              <p:cond delay="0"/>
                            </p:stCondLst>
                            <p:childTnLst>
                              <p:par>
                                <p:cTn id="25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88000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l" sz="2600" spc="-1" strike="noStrike">
                <a:solidFill>
                  <a:schemeClr val="dk2"/>
                </a:solidFill>
                <a:latin typeface="Lato"/>
                <a:ea typeface="Lato"/>
              </a:rPr>
              <a:t>Typical Output 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4" name="PlaceHolder 2"/>
          <p:cNvSpPr>
            <a:spLocks noGrp="1"/>
          </p:cNvSpPr>
          <p:nvPr>
            <p:ph type="sldNum" idx="16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l" sz="1000" spc="-1" strike="noStrike">
                <a:solidFill>
                  <a:schemeClr val="accen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ACD2CC5-ECED-4649-8E90-33CDBC9E651D}" type="slidenum">
              <a:rPr b="0" lang="el" sz="1000" spc="-1" strike="noStrike">
                <a:solidFill>
                  <a:schemeClr val="accent1"/>
                </a:solidFill>
                <a:latin typeface="Lato"/>
                <a:ea typeface="Lato"/>
              </a:rPr>
              <a:t>13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215" name="Google Shape;207;p13" descr=""/>
          <p:cNvPicPr/>
          <p:nvPr/>
        </p:nvPicPr>
        <p:blipFill>
          <a:blip r:embed="rId1"/>
          <a:stretch/>
        </p:blipFill>
        <p:spPr>
          <a:xfrm>
            <a:off x="1820520" y="1259640"/>
            <a:ext cx="5502600" cy="37310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88000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l" sz="2600" spc="-1" strike="noStrike">
                <a:solidFill>
                  <a:schemeClr val="dk2"/>
                </a:solidFill>
                <a:latin typeface="Consolas"/>
                <a:ea typeface="Consolas"/>
              </a:rPr>
              <a:t>static </a:t>
            </a:r>
            <a:r>
              <a:rPr b="1" lang="el" sz="2600" spc="-1" strike="noStrike">
                <a:solidFill>
                  <a:schemeClr val="dk2"/>
                </a:solidFill>
                <a:latin typeface="Lato"/>
                <a:ea typeface="Lato"/>
              </a:rPr>
              <a:t>And</a:t>
            </a:r>
            <a:r>
              <a:rPr b="1" lang="el" sz="2600" spc="-1" strike="noStrike">
                <a:solidFill>
                  <a:schemeClr val="dk2"/>
                </a:solidFill>
                <a:latin typeface="Consolas"/>
                <a:ea typeface="Consolas"/>
              </a:rPr>
              <a:t> volatile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7" name="PlaceHolder 2"/>
          <p:cNvSpPr>
            <a:spLocks noGrp="1"/>
          </p:cNvSpPr>
          <p:nvPr>
            <p:ph/>
          </p:nvPr>
        </p:nvSpPr>
        <p:spPr>
          <a:xfrm>
            <a:off x="729360" y="1378080"/>
            <a:ext cx="7688520" cy="376488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This is supposed to work in theory, as there is no way to neither lead a process to starvation nor enter the critical section at the same time…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How can this fail so badly?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Besides RAM, a variable value can also reside in other places, including CPU cache memory.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How to prohibit using cached values?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In C, we can declare a variable as: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30120">
              <a:lnSpc>
                <a:spcPct val="115000"/>
              </a:lnSpc>
              <a:buClr>
                <a:srgbClr val="595959"/>
              </a:buClr>
              <a:buFont typeface="Lato"/>
              <a:buChar char="○"/>
            </a:pP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volatile</a:t>
            </a: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, which means that the compiler will guarantee that the value of that variable will be read from and written to each time it has to be used.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30120">
              <a:lnSpc>
                <a:spcPct val="115000"/>
              </a:lnSpc>
              <a:buClr>
                <a:srgbClr val="595959"/>
              </a:buClr>
              <a:buFont typeface="Lato"/>
              <a:buChar char="○"/>
            </a:pP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static</a:t>
            </a: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, which means that the variable will be visible only within its definition scope.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Check source/racing_008.c and run it. Does it work?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8" name="PlaceHolder 3"/>
          <p:cNvSpPr>
            <a:spLocks noGrp="1"/>
          </p:cNvSpPr>
          <p:nvPr>
            <p:ph type="sldNum" idx="17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l" sz="1000" spc="-1" strike="noStrike">
                <a:solidFill>
                  <a:schemeClr val="accen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9720903-51D3-4982-B3BA-0180F0B0BFFC}" type="slidenum">
              <a:rPr b="0" lang="el" sz="1000" spc="-1" strike="noStrike">
                <a:solidFill>
                  <a:schemeClr val="accent1"/>
                </a:solidFill>
                <a:latin typeface="Lato"/>
                <a:ea typeface="Lato"/>
              </a:rPr>
              <a:t>14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53" dur="indefinite" restart="never" nodeType="tmRoot">
          <p:childTnLst>
            <p:seq>
              <p:cTn id="254" dur="indefinite" nodeType="mainSeq">
                <p:childTnLst>
                  <p:par>
                    <p:cTn id="255" fill="hold">
                      <p:stCondLst>
                        <p:cond delay="indefinite"/>
                      </p:stCondLst>
                      <p:childTnLst>
                        <p:par>
                          <p:cTn id="256" fill="hold">
                            <p:stCondLst>
                              <p:cond delay="0"/>
                            </p:stCondLst>
                            <p:childTnLst>
                              <p:par>
                                <p:cTn id="25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9" fill="hold">
                      <p:stCondLst>
                        <p:cond delay="indefinite"/>
                      </p:stCondLst>
                      <p:childTnLst>
                        <p:par>
                          <p:cTn id="260" fill="hold">
                            <p:stCondLst>
                              <p:cond delay="0"/>
                            </p:stCondLst>
                            <p:childTnLst>
                              <p:par>
                                <p:cTn id="26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3" fill="hold">
                      <p:stCondLst>
                        <p:cond delay="indefinite"/>
                      </p:stCondLst>
                      <p:childTnLst>
                        <p:par>
                          <p:cTn id="264" fill="hold">
                            <p:stCondLst>
                              <p:cond delay="0"/>
                            </p:stCondLst>
                            <p:childTnLst>
                              <p:par>
                                <p:cTn id="26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7" fill="hold">
                      <p:stCondLst>
                        <p:cond delay="indefinite"/>
                      </p:stCondLst>
                      <p:childTnLst>
                        <p:par>
                          <p:cTn id="268" fill="hold">
                            <p:stCondLst>
                              <p:cond delay="0"/>
                            </p:stCondLst>
                            <p:childTnLst>
                              <p:par>
                                <p:cTn id="26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1" fill="hold">
                      <p:stCondLst>
                        <p:cond delay="indefinite"/>
                      </p:stCondLst>
                      <p:childTnLst>
                        <p:par>
                          <p:cTn id="272" fill="hold">
                            <p:stCondLst>
                              <p:cond delay="0"/>
                            </p:stCondLst>
                            <p:childTnLst>
                              <p:par>
                                <p:cTn id="27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5" fill="hold">
                      <p:stCondLst>
                        <p:cond delay="indefinite"/>
                      </p:stCondLst>
                      <p:childTnLst>
                        <p:par>
                          <p:cTn id="276" fill="hold">
                            <p:stCondLst>
                              <p:cond delay="0"/>
                            </p:stCondLst>
                            <p:childTnLst>
                              <p:par>
                                <p:cTn id="27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9" fill="hold">
                      <p:stCondLst>
                        <p:cond delay="indefinite"/>
                      </p:stCondLst>
                      <p:childTnLst>
                        <p:par>
                          <p:cTn id="280" fill="hold">
                            <p:stCondLst>
                              <p:cond delay="0"/>
                            </p:stCondLst>
                            <p:childTnLst>
                              <p:par>
                                <p:cTn id="28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3" fill="hold">
                      <p:stCondLst>
                        <p:cond delay="indefinite"/>
                      </p:stCondLst>
                      <p:childTnLst>
                        <p:par>
                          <p:cTn id="284" fill="hold">
                            <p:stCondLst>
                              <p:cond delay="0"/>
                            </p:stCondLst>
                            <p:childTnLst>
                              <p:par>
                                <p:cTn id="28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88000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l" sz="2600" spc="-1" strike="noStrike">
                <a:solidFill>
                  <a:schemeClr val="dk2"/>
                </a:solidFill>
                <a:latin typeface="Lato"/>
                <a:ea typeface="Lato"/>
              </a:rPr>
              <a:t>Typical Output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0" name="PlaceHolder 2"/>
          <p:cNvSpPr>
            <a:spLocks noGrp="1"/>
          </p:cNvSpPr>
          <p:nvPr>
            <p:ph type="sldNum" idx="18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l" sz="1000" spc="-1" strike="noStrike">
                <a:solidFill>
                  <a:schemeClr val="accen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6E617AA-44E7-4295-B6AA-AFAD261D1CD8}" type="slidenum">
              <a:rPr b="0" lang="el" sz="1000" spc="-1" strike="noStrike">
                <a:solidFill>
                  <a:schemeClr val="accent1"/>
                </a:solidFill>
                <a:latin typeface="Lato"/>
                <a:ea typeface="Lato"/>
              </a:rPr>
              <a:t>15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221" name="Google Shape;221;p15" descr=""/>
          <p:cNvPicPr/>
          <p:nvPr/>
        </p:nvPicPr>
        <p:blipFill>
          <a:blip r:embed="rId1"/>
          <a:stretch/>
        </p:blipFill>
        <p:spPr>
          <a:xfrm>
            <a:off x="1820520" y="1259640"/>
            <a:ext cx="5502600" cy="37310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PlaceHolder 1"/>
          <p:cNvSpPr>
            <a:spLocks noGrp="1"/>
          </p:cNvSpPr>
          <p:nvPr>
            <p:ph/>
          </p:nvPr>
        </p:nvSpPr>
        <p:spPr>
          <a:xfrm>
            <a:off x="729360" y="1378080"/>
            <a:ext cx="7688520" cy="350568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93000"/>
          </a:bodyPr>
          <a:p>
            <a:pPr marL="425160" indent="-3067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Hit 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lscpu</a:t>
            </a: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 on your machine.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25160" indent="-3067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What is the output?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9"/>
              </a:spcBef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Architecture:                     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x86_64</a:t>
            </a:r>
            <a:br>
              <a:rPr sz="1600"/>
            </a:b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CPU op-mode(s):                   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32-bit, 64-bit</a:t>
            </a:r>
            <a:br>
              <a:rPr sz="1600"/>
            </a:b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Byte Order:                       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Little Endian</a:t>
            </a:r>
            <a:br>
              <a:rPr sz="1600"/>
            </a:b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Address sizes:                    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39 bits physical, 48 bits</a:t>
            </a:r>
            <a:br>
              <a:rPr sz="1600"/>
            </a:b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virtual</a:t>
            </a:r>
            <a:br>
              <a:rPr sz="1600"/>
            </a:b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CPU(s):                           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16</a:t>
            </a:r>
            <a:br>
              <a:rPr sz="1600"/>
            </a:b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On-line CPU(s) list:              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0-15</a:t>
            </a:r>
            <a:br>
              <a:rPr sz="1600"/>
            </a:b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Thread(s) per core:               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2</a:t>
            </a:r>
            <a:br>
              <a:rPr sz="1600"/>
            </a:b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Core(s) per socket:               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8</a:t>
            </a:r>
            <a:br>
              <a:rPr sz="1600"/>
            </a:b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…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3" name="PlaceHolder 2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88000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l" sz="2600" spc="-1" strike="noStrike">
                <a:solidFill>
                  <a:schemeClr val="dk2"/>
                </a:solidFill>
                <a:latin typeface="Lato"/>
                <a:ea typeface="Lato"/>
              </a:rPr>
              <a:t>What Is Going Wrong?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4" name="PlaceHolder 3"/>
          <p:cNvSpPr>
            <a:spLocks noGrp="1"/>
          </p:cNvSpPr>
          <p:nvPr>
            <p:ph type="sldNum" idx="19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l" sz="1000" spc="-1" strike="noStrike">
                <a:solidFill>
                  <a:schemeClr val="accen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F9657D4-A115-4E03-B685-013875D46A63}" type="slidenum">
              <a:rPr b="0" lang="el" sz="1000" spc="-1" strike="noStrike">
                <a:solidFill>
                  <a:schemeClr val="accent1"/>
                </a:solidFill>
                <a:latin typeface="Lato"/>
                <a:ea typeface="Lato"/>
              </a:rPr>
              <a:t>16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87" dur="indefinite" restart="never" nodeType="tmRoot">
          <p:childTnLst>
            <p:seq>
              <p:cTn id="288" dur="indefinite" nodeType="mainSeq">
                <p:childTnLst>
                  <p:par>
                    <p:cTn id="289" fill="hold">
                      <p:stCondLst>
                        <p:cond delay="indefinite"/>
                      </p:stCondLst>
                      <p:childTnLst>
                        <p:par>
                          <p:cTn id="290" fill="hold">
                            <p:stCondLst>
                              <p:cond delay="0"/>
                            </p:stCondLst>
                            <p:childTnLst>
                              <p:par>
                                <p:cTn id="29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3" fill="hold">
                      <p:stCondLst>
                        <p:cond delay="indefinite"/>
                      </p:stCondLst>
                      <p:childTnLst>
                        <p:par>
                          <p:cTn id="294" fill="hold">
                            <p:stCondLst>
                              <p:cond delay="0"/>
                            </p:stCondLst>
                            <p:childTnLst>
                              <p:par>
                                <p:cTn id="29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7" fill="hold">
                      <p:stCondLst>
                        <p:cond delay="indefinite"/>
                      </p:stCondLst>
                      <p:childTnLst>
                        <p:par>
                          <p:cTn id="298" fill="hold">
                            <p:stCondLst>
                              <p:cond delay="0"/>
                            </p:stCondLst>
                            <p:childTnLst>
                              <p:par>
                                <p:cTn id="29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PlaceHolder 1"/>
          <p:cNvSpPr>
            <a:spLocks noGrp="1"/>
          </p:cNvSpPr>
          <p:nvPr>
            <p:ph/>
          </p:nvPr>
        </p:nvSpPr>
        <p:spPr>
          <a:xfrm>
            <a:off x="729360" y="1378080"/>
            <a:ext cx="7688520" cy="350568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93000"/>
          </a:bodyPr>
          <a:p>
            <a:pPr marL="425160" indent="-3067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Hit 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lscpu</a:t>
            </a: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 on your machine.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25160" indent="-3067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What is the output?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9"/>
              </a:spcBef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Architecture:                     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x86_64</a:t>
            </a:r>
            <a:br>
              <a:rPr sz="1600"/>
            </a:b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CPU op-mode(s):                   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32-bit, 64-bit</a:t>
            </a:r>
            <a:br>
              <a:rPr sz="1600"/>
            </a:b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Byte Order:                       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Little Endian</a:t>
            </a:r>
            <a:br>
              <a:rPr sz="1600"/>
            </a:b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Address sizes:                    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39 bits physical, 48 bits</a:t>
            </a:r>
            <a:br>
              <a:rPr sz="1600"/>
            </a:b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virtual</a:t>
            </a:r>
            <a:br>
              <a:rPr sz="1600"/>
            </a:br>
            <a:r>
              <a:rPr b="1" lang="el" sz="1600" spc="-1" strike="noStrike">
                <a:solidFill>
                  <a:schemeClr val="dk1"/>
                </a:solidFill>
                <a:latin typeface="Consolas"/>
                <a:ea typeface="Consolas"/>
              </a:rPr>
              <a:t>CPU(s):                           </a:t>
            </a:r>
            <a:r>
              <a:rPr b="1" lang="el" sz="1600" spc="-1" strike="noStrike">
                <a:solidFill>
                  <a:schemeClr val="dk1"/>
                </a:solidFill>
                <a:latin typeface="Consolas"/>
                <a:ea typeface="Consolas"/>
              </a:rPr>
              <a:t>	</a:t>
            </a:r>
            <a:r>
              <a:rPr b="1" lang="el" sz="1600" spc="-1" strike="noStrike">
                <a:solidFill>
                  <a:schemeClr val="dk1"/>
                </a:solidFill>
                <a:latin typeface="Consolas"/>
                <a:ea typeface="Consolas"/>
              </a:rPr>
              <a:t>16</a:t>
            </a:r>
            <a:br>
              <a:rPr sz="1600"/>
            </a:b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On-line CPU(s) list:              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0-15</a:t>
            </a:r>
            <a:br>
              <a:rPr sz="1600"/>
            </a:b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Thread(s) per core:               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2</a:t>
            </a:r>
            <a:br>
              <a:rPr sz="1600"/>
            </a:b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Core(s) per socket:               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8</a:t>
            </a:r>
            <a:br>
              <a:rPr sz="1600"/>
            </a:b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…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6" name="PlaceHolder 2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88000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l" sz="2600" spc="-1" strike="noStrike">
                <a:solidFill>
                  <a:schemeClr val="dk2"/>
                </a:solidFill>
                <a:latin typeface="Lato"/>
                <a:ea typeface="Lato"/>
              </a:rPr>
              <a:t>Τhe Source Of All Errors…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7" name="PlaceHolder 3"/>
          <p:cNvSpPr>
            <a:spLocks noGrp="1"/>
          </p:cNvSpPr>
          <p:nvPr>
            <p:ph type="sldNum" idx="20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l" sz="1000" spc="-1" strike="noStrike">
                <a:solidFill>
                  <a:schemeClr val="accen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AFE4710-E7FD-45AE-B541-AE2CBA527B6F}" type="slidenum">
              <a:rPr b="0" lang="el" sz="1000" spc="-1" strike="noStrike">
                <a:solidFill>
                  <a:schemeClr val="accent1"/>
                </a:solidFill>
                <a:latin typeface="Lato"/>
                <a:ea typeface="Lato"/>
              </a:rPr>
              <a:t>17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301" dur="indefinite" restart="never" nodeType="tmRoot">
          <p:childTnLst>
            <p:seq>
              <p:cTn id="302" dur="indefinite" nodeType="mainSeq">
                <p:childTnLst>
                  <p:par>
                    <p:cTn id="303" fill="hold">
                      <p:stCondLst>
                        <p:cond delay="indefinite"/>
                      </p:stCondLst>
                      <p:childTnLst>
                        <p:par>
                          <p:cTn id="304" fill="hold">
                            <p:stCondLst>
                              <p:cond delay="0"/>
                            </p:stCondLst>
                            <p:childTnLst>
                              <p:par>
                                <p:cTn id="30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7" fill="hold">
                      <p:stCondLst>
                        <p:cond delay="indefinite"/>
                      </p:stCondLst>
                      <p:childTnLst>
                        <p:par>
                          <p:cTn id="308" fill="hold">
                            <p:stCondLst>
                              <p:cond delay="0"/>
                            </p:stCondLst>
                            <p:childTnLst>
                              <p:par>
                                <p:cTn id="30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1" fill="hold">
                      <p:stCondLst>
                        <p:cond delay="indefinite"/>
                      </p:stCondLst>
                      <p:childTnLst>
                        <p:par>
                          <p:cTn id="312" fill="hold">
                            <p:stCondLst>
                              <p:cond delay="0"/>
                            </p:stCondLst>
                            <p:childTnLst>
                              <p:par>
                                <p:cTn id="31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88000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l" sz="2600" spc="-1" strike="noStrike">
                <a:solidFill>
                  <a:schemeClr val="dk2"/>
                </a:solidFill>
                <a:latin typeface="Lato"/>
                <a:ea typeface="Lato"/>
              </a:rPr>
              <a:t>Dekker And Cores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9" name="PlaceHolder 2"/>
          <p:cNvSpPr>
            <a:spLocks noGrp="1"/>
          </p:cNvSpPr>
          <p:nvPr>
            <p:ph/>
          </p:nvPr>
        </p:nvSpPr>
        <p:spPr>
          <a:xfrm>
            <a:off x="729360" y="1378080"/>
            <a:ext cx="7688520" cy="29617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99000"/>
          </a:bodyPr>
          <a:p>
            <a:pPr marL="452520" indent="-3265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Dekker’s algorithm is a nice and elegant way to solve the Critical Section problem.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2520" indent="-3265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However, it was devised when things ran on a single core.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2520" indent="-3265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Inter-core communication is a relatively new thing (compared to Dekker’s algorithm), which allows cores to communicate and exchange information.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2520" indent="-3265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Most of the times, simple operations will perform as if they were “atomic” on a single core: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905040" indent="-326520">
              <a:lnSpc>
                <a:spcPct val="115000"/>
              </a:lnSpc>
              <a:buClr>
                <a:srgbClr val="595959"/>
              </a:buClr>
              <a:buFont typeface="Lato"/>
              <a:buChar char="○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e.g., counter-&gt;i++ in our case should be one such example.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2520" indent="-3265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However, in the realm of millions of iterations, one core might manage to get into the other’s cycle while a thread there is in its own critical section.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0" name="PlaceHolder 3"/>
          <p:cNvSpPr>
            <a:spLocks noGrp="1"/>
          </p:cNvSpPr>
          <p:nvPr>
            <p:ph type="sldNum" idx="21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l" sz="1000" spc="-1" strike="noStrike">
                <a:solidFill>
                  <a:schemeClr val="accen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1D46EF7-3BAF-4EC4-922F-299F7519117F}" type="slidenum">
              <a:rPr b="0" lang="el" sz="1000" spc="-1" strike="noStrike">
                <a:solidFill>
                  <a:schemeClr val="accent1"/>
                </a:solidFill>
                <a:latin typeface="Lato"/>
                <a:ea typeface="Lato"/>
              </a:rPr>
              <a:t>18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315" dur="indefinite" restart="never" nodeType="tmRoot">
          <p:childTnLst>
            <p:seq>
              <p:cTn id="316" dur="indefinite" nodeType="mainSeq">
                <p:childTnLst>
                  <p:par>
                    <p:cTn id="317" fill="hold">
                      <p:stCondLst>
                        <p:cond delay="indefinite"/>
                      </p:stCondLst>
                      <p:childTnLst>
                        <p:par>
                          <p:cTn id="318" fill="hold">
                            <p:stCondLst>
                              <p:cond delay="0"/>
                            </p:stCondLst>
                            <p:childTnLst>
                              <p:par>
                                <p:cTn id="31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1" fill="hold">
                      <p:stCondLst>
                        <p:cond delay="indefinite"/>
                      </p:stCondLst>
                      <p:childTnLst>
                        <p:par>
                          <p:cTn id="322" fill="hold">
                            <p:stCondLst>
                              <p:cond delay="0"/>
                            </p:stCondLst>
                            <p:childTnLst>
                              <p:par>
                                <p:cTn id="32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5" fill="hold">
                      <p:stCondLst>
                        <p:cond delay="indefinite"/>
                      </p:stCondLst>
                      <p:childTnLst>
                        <p:par>
                          <p:cTn id="326" fill="hold">
                            <p:stCondLst>
                              <p:cond delay="0"/>
                            </p:stCondLst>
                            <p:childTnLst>
                              <p:par>
                                <p:cTn id="32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9" fill="hold">
                      <p:stCondLst>
                        <p:cond delay="indefinite"/>
                      </p:stCondLst>
                      <p:childTnLst>
                        <p:par>
                          <p:cTn id="330" fill="hold">
                            <p:stCondLst>
                              <p:cond delay="0"/>
                            </p:stCondLst>
                            <p:childTnLst>
                              <p:par>
                                <p:cTn id="33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3" fill="hold">
                      <p:stCondLst>
                        <p:cond delay="indefinite"/>
                      </p:stCondLst>
                      <p:childTnLst>
                        <p:par>
                          <p:cTn id="334" fill="hold">
                            <p:stCondLst>
                              <p:cond delay="0"/>
                            </p:stCondLst>
                            <p:childTnLst>
                              <p:par>
                                <p:cTn id="33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7" fill="hold">
                      <p:stCondLst>
                        <p:cond delay="indefinite"/>
                      </p:stCondLst>
                      <p:childTnLst>
                        <p:par>
                          <p:cTn id="338" fill="hold">
                            <p:stCondLst>
                              <p:cond delay="0"/>
                            </p:stCondLst>
                            <p:childTnLst>
                              <p:par>
                                <p:cTn id="33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88000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l" sz="2600" spc="-1" strike="noStrike">
                <a:solidFill>
                  <a:schemeClr val="dk2"/>
                </a:solidFill>
                <a:latin typeface="Lato"/>
                <a:ea typeface="Lato"/>
              </a:rPr>
              <a:t>Dekker And Cores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2" name="PlaceHolder 2"/>
          <p:cNvSpPr>
            <a:spLocks noGrp="1"/>
          </p:cNvSpPr>
          <p:nvPr>
            <p:ph/>
          </p:nvPr>
        </p:nvSpPr>
        <p:spPr>
          <a:xfrm>
            <a:off x="729360" y="1378080"/>
            <a:ext cx="7688520" cy="376488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Dekker’s algorithm cannot actually work on multi–cored machines, because, most of the times, such systems implement </a:t>
            </a:r>
            <a:r>
              <a:rPr b="1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weak consistency memory</a:t>
            </a: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: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30120">
              <a:lnSpc>
                <a:spcPct val="115000"/>
              </a:lnSpc>
              <a:buClr>
                <a:srgbClr val="595959"/>
              </a:buClr>
              <a:buFont typeface="Lato"/>
              <a:buChar char="○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All accesses to synchronization variables are seen by all processes (or nodes, processors) in the same order (sequentially) - these are synchronization operations. Accesses to critical sections are seen sequentially.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30120">
              <a:lnSpc>
                <a:spcPct val="115000"/>
              </a:lnSpc>
              <a:buClr>
                <a:srgbClr val="595959"/>
              </a:buClr>
              <a:buFont typeface="Lato"/>
              <a:buChar char="○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All other accesses may be seen in different order on different processes (or nodes, processors).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30120">
              <a:lnSpc>
                <a:spcPct val="115000"/>
              </a:lnSpc>
              <a:buClr>
                <a:srgbClr val="595959"/>
              </a:buClr>
              <a:buFont typeface="Lato"/>
              <a:buChar char="○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The set of both read and write operations in between different synchronization operations is the same in each process.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3" name="PlaceHolder 3"/>
          <p:cNvSpPr>
            <a:spLocks noGrp="1"/>
          </p:cNvSpPr>
          <p:nvPr>
            <p:ph type="sldNum" idx="22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l" sz="1000" spc="-1" strike="noStrike">
                <a:solidFill>
                  <a:schemeClr val="accen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5883E99-5057-4D22-90DA-11AFC9D3BEB3}" type="slidenum">
              <a:rPr b="0" lang="el" sz="1000" spc="-1" strike="noStrike">
                <a:solidFill>
                  <a:schemeClr val="accent1"/>
                </a:solidFill>
                <a:latin typeface="Lato"/>
                <a:ea typeface="Lato"/>
              </a:rPr>
              <a:t>19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341" dur="indefinite" restart="never" nodeType="tmRoot">
          <p:childTnLst>
            <p:seq>
              <p:cTn id="342" dur="indefinite" nodeType="mainSeq">
                <p:childTnLst>
                  <p:par>
                    <p:cTn id="343" fill="hold">
                      <p:stCondLst>
                        <p:cond delay="indefinite"/>
                      </p:stCondLst>
                      <p:childTnLst>
                        <p:par>
                          <p:cTn id="344" fill="hold">
                            <p:stCondLst>
                              <p:cond delay="0"/>
                            </p:stCondLst>
                            <p:childTnLst>
                              <p:par>
                                <p:cTn id="34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7" fill="hold">
                      <p:stCondLst>
                        <p:cond delay="indefinite"/>
                      </p:stCondLst>
                      <p:childTnLst>
                        <p:par>
                          <p:cTn id="348" fill="hold">
                            <p:stCondLst>
                              <p:cond delay="0"/>
                            </p:stCondLst>
                            <p:childTnLst>
                              <p:par>
                                <p:cTn id="34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1" fill="hold">
                      <p:stCondLst>
                        <p:cond delay="indefinite"/>
                      </p:stCondLst>
                      <p:childTnLst>
                        <p:par>
                          <p:cTn id="352" fill="hold">
                            <p:stCondLst>
                              <p:cond delay="0"/>
                            </p:stCondLst>
                            <p:childTnLst>
                              <p:par>
                                <p:cTn id="35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5" fill="hold">
                      <p:stCondLst>
                        <p:cond delay="indefinite"/>
                      </p:stCondLst>
                      <p:childTnLst>
                        <p:par>
                          <p:cTn id="356" fill="hold">
                            <p:stCondLst>
                              <p:cond delay="0"/>
                            </p:stCondLst>
                            <p:childTnLst>
                              <p:par>
                                <p:cTn id="35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88000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l" sz="2600" spc="-1" strike="noStrike">
                <a:solidFill>
                  <a:schemeClr val="dk2"/>
                </a:solidFill>
                <a:latin typeface="Lato"/>
                <a:ea typeface="Lato"/>
              </a:rPr>
              <a:t>However…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5" name="PlaceHolder 2"/>
          <p:cNvSpPr>
            <a:spLocks noGrp="1"/>
          </p:cNvSpPr>
          <p:nvPr>
            <p:ph/>
          </p:nvPr>
        </p:nvSpPr>
        <p:spPr>
          <a:xfrm>
            <a:off x="729360" y="1378080"/>
            <a:ext cx="7688520" cy="29617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99000"/>
          </a:bodyPr>
          <a:p>
            <a:pPr marL="452520" indent="-3265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Hit 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man taskset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2520" indent="-3265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How can you use this to verify that our implementation of Dekker’s algorithm works?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2520" indent="-3265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Play around and find out!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2520" indent="-3265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Hint: use taskset --cpu-list 1 ./racing_007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905040" indent="-326520">
              <a:lnSpc>
                <a:spcPct val="115000"/>
              </a:lnSpc>
              <a:buClr>
                <a:srgbClr val="595959"/>
              </a:buClr>
              <a:buFont typeface="Lato"/>
              <a:buChar char="○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You might need to change the CPU number if working on a VM.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2520" indent="-3265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What do you observe?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2520" indent="-3265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This is actually a really nice way to make your program run in a single CPU core, in case you need to verify such behaviour — you can also provide a full list of CPU cores to run your process on.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6" name="PlaceHolder 3"/>
          <p:cNvSpPr>
            <a:spLocks noGrp="1"/>
          </p:cNvSpPr>
          <p:nvPr>
            <p:ph type="sldNum" idx="23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l" sz="1000" spc="-1" strike="noStrike">
                <a:solidFill>
                  <a:schemeClr val="accen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89F626A-FAA0-48E5-B2B4-A4B633AA6785}" type="slidenum">
              <a:rPr b="0" lang="el" sz="1000" spc="-1" strike="noStrike">
                <a:solidFill>
                  <a:schemeClr val="accent1"/>
                </a:solidFill>
                <a:latin typeface="Lato"/>
                <a:ea typeface="Lato"/>
              </a:rPr>
              <a:t>20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359" dur="indefinite" restart="never" nodeType="tmRoot">
          <p:childTnLst>
            <p:seq>
              <p:cTn id="360" dur="indefinite" nodeType="mainSeq">
                <p:childTnLst>
                  <p:par>
                    <p:cTn id="361" fill="hold">
                      <p:stCondLst>
                        <p:cond delay="indefinite"/>
                      </p:stCondLst>
                      <p:childTnLst>
                        <p:par>
                          <p:cTn id="362" fill="hold">
                            <p:stCondLst>
                              <p:cond delay="0"/>
                            </p:stCondLst>
                            <p:childTnLst>
                              <p:par>
                                <p:cTn id="36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5" fill="hold">
                      <p:stCondLst>
                        <p:cond delay="indefinite"/>
                      </p:stCondLst>
                      <p:childTnLst>
                        <p:par>
                          <p:cTn id="366" fill="hold">
                            <p:stCondLst>
                              <p:cond delay="0"/>
                            </p:stCondLst>
                            <p:childTnLst>
                              <p:par>
                                <p:cTn id="36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9" fill="hold">
                      <p:stCondLst>
                        <p:cond delay="indefinite"/>
                      </p:stCondLst>
                      <p:childTnLst>
                        <p:par>
                          <p:cTn id="370" fill="hold">
                            <p:stCondLst>
                              <p:cond delay="0"/>
                            </p:stCondLst>
                            <p:childTnLst>
                              <p:par>
                                <p:cTn id="37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3" fill="hold">
                      <p:stCondLst>
                        <p:cond delay="indefinite"/>
                      </p:stCondLst>
                      <p:childTnLst>
                        <p:par>
                          <p:cTn id="374" fill="hold">
                            <p:stCondLst>
                              <p:cond delay="0"/>
                            </p:stCondLst>
                            <p:childTnLst>
                              <p:par>
                                <p:cTn id="37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7" fill="hold">
                      <p:stCondLst>
                        <p:cond delay="indefinite"/>
                      </p:stCondLst>
                      <p:childTnLst>
                        <p:par>
                          <p:cTn id="378" fill="hold">
                            <p:stCondLst>
                              <p:cond delay="0"/>
                            </p:stCondLst>
                            <p:childTnLst>
                              <p:par>
                                <p:cTn id="37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1" fill="hold">
                      <p:stCondLst>
                        <p:cond delay="indefinite"/>
                      </p:stCondLst>
                      <p:childTnLst>
                        <p:par>
                          <p:cTn id="382" fill="hold">
                            <p:stCondLst>
                              <p:cond delay="0"/>
                            </p:stCondLst>
                            <p:childTnLst>
                              <p:par>
                                <p:cTn id="38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5" fill="hold">
                      <p:stCondLst>
                        <p:cond delay="indefinite"/>
                      </p:stCondLst>
                      <p:childTnLst>
                        <p:par>
                          <p:cTn id="386" fill="hold">
                            <p:stCondLst>
                              <p:cond delay="0"/>
                            </p:stCondLst>
                            <p:childTnLst>
                              <p:par>
                                <p:cTn id="38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88000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l" sz="2600" spc="-1" strike="noStrike">
                <a:solidFill>
                  <a:schemeClr val="dk2"/>
                </a:solidFill>
                <a:latin typeface="Lato"/>
                <a:ea typeface="Lato"/>
              </a:rPr>
              <a:t>Further Reading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8" name="PlaceHolder 2"/>
          <p:cNvSpPr>
            <a:spLocks noGrp="1"/>
          </p:cNvSpPr>
          <p:nvPr>
            <p:ph/>
          </p:nvPr>
        </p:nvSpPr>
        <p:spPr>
          <a:xfrm>
            <a:off x="729360" y="1378080"/>
            <a:ext cx="7688520" cy="29617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Regarding static, volatile and much about C: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30120">
              <a:lnSpc>
                <a:spcPct val="115000"/>
              </a:lnSpc>
              <a:buClr>
                <a:srgbClr val="595959"/>
              </a:buClr>
              <a:buFont typeface="Lato"/>
              <a:buChar char="○"/>
            </a:pPr>
            <a:r>
              <a:rPr b="0" lang="el" sz="1600" spc="-1" strike="noStrike" u="sng">
                <a:solidFill>
                  <a:schemeClr val="hlink"/>
                </a:solidFill>
                <a:uFillTx/>
                <a:latin typeface="Lato"/>
                <a:ea typeface="Lato"/>
                <a:hlinkClick r:id="rId1"/>
              </a:rPr>
              <a:t>https://www.open-std.org/jtc1/sc22/wg14/www/docs/n1570.pdf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Regarding Dekker’s algorithm on one and multiple cores, consider reading this excellent article and the discussion below: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30120">
              <a:lnSpc>
                <a:spcPct val="115000"/>
              </a:lnSpc>
              <a:buClr>
                <a:srgbClr val="595959"/>
              </a:buClr>
              <a:buFont typeface="Lato"/>
              <a:buChar char="○"/>
            </a:pPr>
            <a:r>
              <a:rPr b="0" lang="el" sz="1600" spc="-1" strike="noStrike" u="sng">
                <a:solidFill>
                  <a:schemeClr val="hlink"/>
                </a:solidFill>
                <a:uFillTx/>
                <a:latin typeface="Lato"/>
                <a:ea typeface="Lato"/>
                <a:hlinkClick r:id="rId2"/>
              </a:rPr>
              <a:t>https://jakob.engbloms.se/archives/65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Regarding how to actually implement Dekker’s algorithm on multi-core machines, you will need first to study some assembly: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9" name="PlaceHolder 3"/>
          <p:cNvSpPr>
            <a:spLocks noGrp="1"/>
          </p:cNvSpPr>
          <p:nvPr>
            <p:ph type="sldNum" idx="24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l" sz="1000" spc="-1" strike="noStrike">
                <a:solidFill>
                  <a:schemeClr val="accen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6801ABD-105C-454A-ADFB-161777F3431E}" type="slidenum">
              <a:rPr b="0" lang="el" sz="1000" spc="-1" strike="noStrike">
                <a:solidFill>
                  <a:schemeClr val="accent1"/>
                </a:solidFill>
                <a:latin typeface="Lato"/>
                <a:ea typeface="Lato"/>
              </a:rPr>
              <a:t>21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389" dur="indefinite" restart="never" nodeType="tmRoot">
          <p:childTnLst>
            <p:seq>
              <p:cTn id="390" dur="indefinite" nodeType="mainSeq">
                <p:childTnLst>
                  <p:par>
                    <p:cTn id="391" fill="hold">
                      <p:stCondLst>
                        <p:cond delay="indefinite"/>
                      </p:stCondLst>
                      <p:childTnLst>
                        <p:par>
                          <p:cTn id="392" fill="hold">
                            <p:stCondLst>
                              <p:cond delay="0"/>
                            </p:stCondLst>
                            <p:childTnLst>
                              <p:par>
                                <p:cTn id="39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5" fill="hold">
                      <p:stCondLst>
                        <p:cond delay="indefinite"/>
                      </p:stCondLst>
                      <p:childTnLst>
                        <p:par>
                          <p:cTn id="396" fill="hold">
                            <p:stCondLst>
                              <p:cond delay="0"/>
                            </p:stCondLst>
                            <p:childTnLst>
                              <p:par>
                                <p:cTn id="39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9" fill="hold">
                      <p:stCondLst>
                        <p:cond delay="indefinite"/>
                      </p:stCondLst>
                      <p:childTnLst>
                        <p:par>
                          <p:cTn id="400" fill="hold">
                            <p:stCondLst>
                              <p:cond delay="0"/>
                            </p:stCondLst>
                            <p:childTnLst>
                              <p:par>
                                <p:cTn id="40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3" fill="hold">
                      <p:stCondLst>
                        <p:cond delay="indefinite"/>
                      </p:stCondLst>
                      <p:childTnLst>
                        <p:par>
                          <p:cTn id="404" fill="hold">
                            <p:stCondLst>
                              <p:cond delay="0"/>
                            </p:stCondLst>
                            <p:childTnLst>
                              <p:par>
                                <p:cTn id="40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7" fill="hold">
                      <p:stCondLst>
                        <p:cond delay="indefinite"/>
                      </p:stCondLst>
                      <p:childTnLst>
                        <p:par>
                          <p:cTn id="408" fill="hold">
                            <p:stCondLst>
                              <p:cond delay="0"/>
                            </p:stCondLst>
                            <p:childTnLst>
                              <p:par>
                                <p:cTn id="40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1" fill="hold">
                      <p:stCondLst>
                        <p:cond delay="indefinite"/>
                      </p:stCondLst>
                      <p:childTnLst>
                        <p:par>
                          <p:cTn id="412" fill="hold">
                            <p:stCondLst>
                              <p:cond delay="0"/>
                            </p:stCondLst>
                            <p:childTnLst>
                              <p:par>
                                <p:cTn id="41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PlaceHolder 1"/>
          <p:cNvSpPr>
            <a:spLocks noGrp="1"/>
          </p:cNvSpPr>
          <p:nvPr>
            <p:ph type="title"/>
          </p:nvPr>
        </p:nvSpPr>
        <p:spPr>
          <a:xfrm>
            <a:off x="729360" y="1322280"/>
            <a:ext cx="7688160" cy="1518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l" sz="3600" spc="-1" strike="noStrike">
                <a:solidFill>
                  <a:schemeClr val="lt1"/>
                </a:solidFill>
                <a:latin typeface="Lato"/>
                <a:ea typeface="Lato"/>
              </a:rPr>
              <a:t>The Bakery Algorithm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1" name="PlaceHolder 2"/>
          <p:cNvSpPr>
            <a:spLocks noGrp="1"/>
          </p:cNvSpPr>
          <p:nvPr>
            <p:ph type="sldNum" idx="25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l" sz="1000" spc="-1" strike="noStrike">
                <a:solidFill>
                  <a:schemeClr val="l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BC02352-94D2-44AE-B712-7A029CC2E8ED}" type="slidenum">
              <a:rPr b="0" lang="el" sz="1000" spc="-1" strike="noStrike">
                <a:solidFill>
                  <a:schemeClr val="lt1"/>
                </a:solidFill>
                <a:latin typeface="Lato"/>
                <a:ea typeface="Lato"/>
              </a:rPr>
              <a:t>22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88000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l" sz="2600" spc="-1" strike="noStrike">
                <a:solidFill>
                  <a:schemeClr val="dk2"/>
                </a:solidFill>
                <a:latin typeface="Lato"/>
                <a:ea typeface="Lato"/>
              </a:rPr>
              <a:t>What About Bakeries?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3" name="PlaceHolder 2"/>
          <p:cNvSpPr>
            <a:spLocks noGrp="1"/>
          </p:cNvSpPr>
          <p:nvPr>
            <p:ph/>
          </p:nvPr>
        </p:nvSpPr>
        <p:spPr>
          <a:xfrm>
            <a:off x="729360" y="1378080"/>
            <a:ext cx="7688520" cy="376524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Imagine a bakery with multiple customers. Each customer wants to place an order at the counter (to get Christmas treats, let’s say)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To avoid chaos and ensure fairness, what should the bakery do?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A simple yet efficient idea: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30120">
              <a:lnSpc>
                <a:spcPct val="115000"/>
              </a:lnSpc>
              <a:buClr>
                <a:srgbClr val="595959"/>
              </a:buClr>
              <a:buFont typeface="Lato"/>
              <a:buChar char="○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Each customer takes a number ticket from a dispenser. The number is unique and larger than any number currently held by other customers.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30120">
              <a:lnSpc>
                <a:spcPct val="115000"/>
              </a:lnSpc>
              <a:buClr>
                <a:srgbClr val="595959"/>
              </a:buClr>
              <a:buFont typeface="Lato"/>
              <a:buChar char="○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Customers wait in line, comparing their ticket numbers with others.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30120">
              <a:lnSpc>
                <a:spcPct val="115000"/>
              </a:lnSpc>
              <a:buClr>
                <a:srgbClr val="595959"/>
              </a:buClr>
              <a:buFont typeface="Lato"/>
              <a:buChar char="○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The customer with the smallest number approaches the counter and places their order.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30120">
              <a:lnSpc>
                <a:spcPct val="115000"/>
              </a:lnSpc>
              <a:buClr>
                <a:srgbClr val="595959"/>
              </a:buClr>
              <a:buFont typeface="Lato"/>
              <a:buChar char="○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After placing the order, the customer leaves the counter, allowing the next customer with the smallest number to approach.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4" name="PlaceHolder 3"/>
          <p:cNvSpPr>
            <a:spLocks noGrp="1"/>
          </p:cNvSpPr>
          <p:nvPr>
            <p:ph type="sldNum" idx="26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l" sz="1000" spc="-1" strike="noStrike">
                <a:solidFill>
                  <a:schemeClr val="accen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8EA0F1B-523F-49CE-A230-35EB136586B9}" type="slidenum">
              <a:rPr b="0" lang="el" sz="1000" spc="-1" strike="noStrike">
                <a:solidFill>
                  <a:schemeClr val="accent1"/>
                </a:solidFill>
                <a:latin typeface="Lato"/>
                <a:ea typeface="Lato"/>
              </a:rPr>
              <a:t>23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415" dur="indefinite" restart="never" nodeType="tmRoot">
          <p:childTnLst>
            <p:seq>
              <p:cTn id="416" dur="indefinite" nodeType="mainSeq">
                <p:childTnLst>
                  <p:par>
                    <p:cTn id="417" fill="hold">
                      <p:stCondLst>
                        <p:cond delay="indefinite"/>
                      </p:stCondLst>
                      <p:childTnLst>
                        <p:par>
                          <p:cTn id="418" fill="hold">
                            <p:stCondLst>
                              <p:cond delay="0"/>
                            </p:stCondLst>
                            <p:childTnLst>
                              <p:par>
                                <p:cTn id="41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1" fill="hold">
                      <p:stCondLst>
                        <p:cond delay="indefinite"/>
                      </p:stCondLst>
                      <p:childTnLst>
                        <p:par>
                          <p:cTn id="422" fill="hold">
                            <p:stCondLst>
                              <p:cond delay="0"/>
                            </p:stCondLst>
                            <p:childTnLst>
                              <p:par>
                                <p:cTn id="42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5" fill="hold">
                      <p:stCondLst>
                        <p:cond delay="indefinite"/>
                      </p:stCondLst>
                      <p:childTnLst>
                        <p:par>
                          <p:cTn id="426" fill="hold">
                            <p:stCondLst>
                              <p:cond delay="0"/>
                            </p:stCondLst>
                            <p:childTnLst>
                              <p:par>
                                <p:cTn id="42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9" fill="hold">
                      <p:stCondLst>
                        <p:cond delay="indefinite"/>
                      </p:stCondLst>
                      <p:childTnLst>
                        <p:par>
                          <p:cTn id="430" fill="hold">
                            <p:stCondLst>
                              <p:cond delay="0"/>
                            </p:stCondLst>
                            <p:childTnLst>
                              <p:par>
                                <p:cTn id="43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3" fill="hold">
                      <p:stCondLst>
                        <p:cond delay="indefinite"/>
                      </p:stCondLst>
                      <p:childTnLst>
                        <p:par>
                          <p:cTn id="434" fill="hold">
                            <p:stCondLst>
                              <p:cond delay="0"/>
                            </p:stCondLst>
                            <p:childTnLst>
                              <p:par>
                                <p:cTn id="43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7" fill="hold">
                      <p:stCondLst>
                        <p:cond delay="indefinite"/>
                      </p:stCondLst>
                      <p:childTnLst>
                        <p:par>
                          <p:cTn id="438" fill="hold">
                            <p:stCondLst>
                              <p:cond delay="0"/>
                            </p:stCondLst>
                            <p:childTnLst>
                              <p:par>
                                <p:cTn id="43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1" fill="hold">
                      <p:stCondLst>
                        <p:cond delay="indefinite"/>
                      </p:stCondLst>
                      <p:childTnLst>
                        <p:par>
                          <p:cTn id="442" fill="hold">
                            <p:stCondLst>
                              <p:cond delay="0"/>
                            </p:stCondLst>
                            <p:childTnLst>
                              <p:par>
                                <p:cTn id="44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88000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l" sz="2600" spc="-1" strike="noStrike">
                <a:solidFill>
                  <a:schemeClr val="dk2"/>
                </a:solidFill>
                <a:latin typeface="Lato"/>
                <a:ea typeface="Lato"/>
              </a:rPr>
              <a:t>Bakery Algorithm In Pseudocode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6" name="PlaceHolder 2"/>
          <p:cNvSpPr>
            <a:spLocks noGrp="1"/>
          </p:cNvSpPr>
          <p:nvPr>
            <p:ph/>
          </p:nvPr>
        </p:nvSpPr>
        <p:spPr>
          <a:xfrm>
            <a:off x="729360" y="1378080"/>
            <a:ext cx="7688520" cy="376524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75000"/>
          </a:bodyPr>
          <a:p>
            <a:pPr indent="0">
              <a:lnSpc>
                <a:spcPct val="115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int number[N]; // Number chosen by each process</a:t>
            </a:r>
            <a:br>
              <a:rPr sz="1600"/>
            </a:b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boolean choosing[N]; // Indicates if a process is choosing a number</a:t>
            </a:r>
            <a:br>
              <a:rPr sz="1600"/>
            </a:b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while (true):</a:t>
            </a:r>
            <a:br>
              <a:rPr sz="1600"/>
            </a:b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    // Choosing a number</a:t>
            </a:r>
            <a:br>
              <a:rPr sz="1600"/>
            </a:b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    choosing[P] = true;</a:t>
            </a:r>
            <a:br>
              <a:rPr sz="1600"/>
            </a:b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    number[P] = max(number[0], number[1], ..., number[N-1]) + 1;</a:t>
            </a:r>
            <a:br>
              <a:rPr sz="1600"/>
            </a:b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    choosing[P] = false;</a:t>
            </a:r>
            <a:br>
              <a:rPr sz="1600"/>
            </a:b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    // Waiting for other processes</a:t>
            </a:r>
            <a:br>
              <a:rPr sz="1600"/>
            </a:b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    for (int q = 0; q &lt; N; q++):</a:t>
            </a:r>
            <a:br>
              <a:rPr sz="1600"/>
            </a:b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        while (choosing[q]):</a:t>
            </a:r>
            <a:br>
              <a:rPr sz="1600"/>
            </a:b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            // Busy wait</a:t>
            </a:r>
            <a:br>
              <a:rPr sz="1600"/>
            </a:b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        while (number[q] != 0 &amp;&amp; (number[q] &lt; number[P] || (number[q] == number[P] &amp;&amp; q &lt; P))) {</a:t>
            </a:r>
            <a:br>
              <a:rPr sz="1600"/>
            </a:b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            // Busy wait</a:t>
            </a:r>
            <a:br>
              <a:rPr sz="1600"/>
            </a:b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    // Critical Section</a:t>
            </a:r>
            <a:br>
              <a:rPr sz="1600"/>
            </a:b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    // Exiting the critical section</a:t>
            </a:r>
            <a:br>
              <a:rPr sz="1600"/>
            </a:b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    number[P] = 0;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7" name="PlaceHolder 3"/>
          <p:cNvSpPr>
            <a:spLocks noGrp="1"/>
          </p:cNvSpPr>
          <p:nvPr>
            <p:ph type="sldNum" idx="27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l" sz="1000" spc="-1" strike="noStrike">
                <a:solidFill>
                  <a:schemeClr val="accen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E32D62B-F421-4439-ADD4-A6A35056A3B3}" type="slidenum">
              <a:rPr b="0" lang="el" sz="1000" spc="-1" strike="noStrike">
                <a:solidFill>
                  <a:schemeClr val="accent1"/>
                </a:solidFill>
                <a:latin typeface="Lato"/>
                <a:ea typeface="Lato"/>
              </a:rPr>
              <a:t>24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88000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l" sz="2600" spc="-1" strike="noStrike">
                <a:solidFill>
                  <a:schemeClr val="dk2"/>
                </a:solidFill>
                <a:latin typeface="Lato"/>
                <a:ea typeface="Lato"/>
              </a:rPr>
              <a:t>Bakeries And C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9" name="PlaceHolder 2"/>
          <p:cNvSpPr>
            <a:spLocks noGrp="1"/>
          </p:cNvSpPr>
          <p:nvPr>
            <p:ph/>
          </p:nvPr>
        </p:nvSpPr>
        <p:spPr>
          <a:xfrm>
            <a:off x="729360" y="1378080"/>
            <a:ext cx="7688520" cy="29617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Can you implement this using C?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30120">
              <a:lnSpc>
                <a:spcPct val="115000"/>
              </a:lnSpc>
              <a:buClr>
                <a:srgbClr val="595959"/>
              </a:buClr>
              <a:buFont typeface="Lato"/>
              <a:buChar char="○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Take some time to do so!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Execute it a couple of times.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Does it work as expected?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What else are we missing for an actual production ready implementation?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1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Exception handling!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30120">
              <a:lnSpc>
                <a:spcPct val="115000"/>
              </a:lnSpc>
              <a:buClr>
                <a:srgbClr val="595959"/>
              </a:buClr>
              <a:buFont typeface="Lato"/>
              <a:buChar char="○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Things might go wrong in ways we can predict or at least expect, so we should make sure we capture those cases and handle them appropriately.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0" name="PlaceHolder 3"/>
          <p:cNvSpPr>
            <a:spLocks noGrp="1"/>
          </p:cNvSpPr>
          <p:nvPr>
            <p:ph type="sldNum" idx="28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l" sz="1000" spc="-1" strike="noStrike">
                <a:solidFill>
                  <a:schemeClr val="accen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8A48ABA-4243-4C56-A3F2-590B6A9D5683}" type="slidenum">
              <a:rPr b="0" lang="el" sz="1000" spc="-1" strike="noStrike">
                <a:solidFill>
                  <a:schemeClr val="accent1"/>
                </a:solidFill>
                <a:latin typeface="Lato"/>
                <a:ea typeface="Lato"/>
              </a:rPr>
              <a:t>25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445" dur="indefinite" restart="never" nodeType="tmRoot">
          <p:childTnLst>
            <p:seq>
              <p:cTn id="446" dur="indefinite" nodeType="mainSeq">
                <p:childTnLst>
                  <p:par>
                    <p:cTn id="447" fill="hold">
                      <p:stCondLst>
                        <p:cond delay="indefinite"/>
                      </p:stCondLst>
                      <p:childTnLst>
                        <p:par>
                          <p:cTn id="448" fill="hold">
                            <p:stCondLst>
                              <p:cond delay="0"/>
                            </p:stCondLst>
                            <p:childTnLst>
                              <p:par>
                                <p:cTn id="44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1" fill="hold">
                      <p:stCondLst>
                        <p:cond delay="indefinite"/>
                      </p:stCondLst>
                      <p:childTnLst>
                        <p:par>
                          <p:cTn id="452" fill="hold">
                            <p:stCondLst>
                              <p:cond delay="0"/>
                            </p:stCondLst>
                            <p:childTnLst>
                              <p:par>
                                <p:cTn id="45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5" fill="hold">
                      <p:stCondLst>
                        <p:cond delay="indefinite"/>
                      </p:stCondLst>
                      <p:childTnLst>
                        <p:par>
                          <p:cTn id="456" fill="hold">
                            <p:stCondLst>
                              <p:cond delay="0"/>
                            </p:stCondLst>
                            <p:childTnLst>
                              <p:par>
                                <p:cTn id="45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9" fill="hold">
                      <p:stCondLst>
                        <p:cond delay="indefinite"/>
                      </p:stCondLst>
                      <p:childTnLst>
                        <p:par>
                          <p:cTn id="460" fill="hold">
                            <p:stCondLst>
                              <p:cond delay="0"/>
                            </p:stCondLst>
                            <p:childTnLst>
                              <p:par>
                                <p:cTn id="46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3" fill="hold">
                      <p:stCondLst>
                        <p:cond delay="indefinite"/>
                      </p:stCondLst>
                      <p:childTnLst>
                        <p:par>
                          <p:cTn id="464" fill="hold">
                            <p:stCondLst>
                              <p:cond delay="0"/>
                            </p:stCondLst>
                            <p:childTnLst>
                              <p:par>
                                <p:cTn id="46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7" fill="hold">
                      <p:stCondLst>
                        <p:cond delay="indefinite"/>
                      </p:stCondLst>
                      <p:childTnLst>
                        <p:par>
                          <p:cTn id="468" fill="hold">
                            <p:stCondLst>
                              <p:cond delay="0"/>
                            </p:stCondLst>
                            <p:childTnLst>
                              <p:par>
                                <p:cTn id="46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1" fill="hold">
                      <p:stCondLst>
                        <p:cond delay="indefinite"/>
                      </p:stCondLst>
                      <p:childTnLst>
                        <p:par>
                          <p:cTn id="472" fill="hold">
                            <p:stCondLst>
                              <p:cond delay="0"/>
                            </p:stCondLst>
                            <p:childTnLst>
                              <p:par>
                                <p:cTn id="47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PlaceHolder 1"/>
          <p:cNvSpPr>
            <a:spLocks noGrp="1"/>
          </p:cNvSpPr>
          <p:nvPr>
            <p:ph type="title"/>
          </p:nvPr>
        </p:nvSpPr>
        <p:spPr>
          <a:xfrm>
            <a:off x="729360" y="1322280"/>
            <a:ext cx="7688160" cy="1518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l" sz="3600" spc="-1" strike="noStrike">
                <a:solidFill>
                  <a:schemeClr val="lt1"/>
                </a:solidFill>
                <a:latin typeface="Lato"/>
                <a:ea typeface="Lato"/>
              </a:rPr>
              <a:t>Fun Time!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2" name="PlaceHolder 2"/>
          <p:cNvSpPr>
            <a:spLocks noGrp="1"/>
          </p:cNvSpPr>
          <p:nvPr>
            <p:ph type="sldNum" idx="29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l" sz="1000" spc="-1" strike="noStrike">
                <a:solidFill>
                  <a:schemeClr val="l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9322435-05EA-4F62-A66C-5E8700CF36A8}" type="slidenum">
              <a:rPr b="0" lang="el" sz="1000" spc="-1" strike="noStrike">
                <a:solidFill>
                  <a:schemeClr val="lt1"/>
                </a:solidFill>
                <a:latin typeface="Lato"/>
                <a:ea typeface="Lato"/>
              </a:rPr>
              <a:t>26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88000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l" sz="2600" spc="-1" strike="noStrike">
                <a:solidFill>
                  <a:schemeClr val="dk2"/>
                </a:solidFill>
                <a:latin typeface="Lato"/>
                <a:ea typeface="Lato"/>
              </a:rPr>
              <a:t>Much Like Your Assignment…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4" name="PlaceHolder 2"/>
          <p:cNvSpPr>
            <a:spLocks noGrp="1"/>
          </p:cNvSpPr>
          <p:nvPr>
            <p:ph/>
          </p:nvPr>
        </p:nvSpPr>
        <p:spPr>
          <a:xfrm>
            <a:off x="729360" y="1378080"/>
            <a:ext cx="7688520" cy="376488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Create a simple C function named foo() that: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15000"/>
              </a:lnSpc>
              <a:spcBef>
                <a:spcPts val="1199"/>
              </a:spcBef>
              <a:buClr>
                <a:srgbClr val="595959"/>
              </a:buClr>
              <a:buFont typeface="Lato"/>
              <a:buChar char="●"/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takes a string as an argument;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randomly permutes its characters, stripping out any whitespace, and;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returns the mutated version of the string.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Using this as a mock “service” implement IPC between a parent process which shares a user provided string and a child process which mutates that string using foo() and returns the mutated version to the parent process. You should implement this in the following three different ways: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15000"/>
              </a:lnSpc>
              <a:spcBef>
                <a:spcPts val="1199"/>
              </a:spcBef>
              <a:buClr>
                <a:srgbClr val="595959"/>
              </a:buClr>
              <a:buFont typeface="Lato"/>
              <a:buChar char="●"/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Using pipes.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Using shared memory.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Using message queues.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5" name="PlaceHolder 3"/>
          <p:cNvSpPr>
            <a:spLocks noGrp="1"/>
          </p:cNvSpPr>
          <p:nvPr>
            <p:ph type="sldNum" idx="30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l" sz="1000" spc="-1" strike="noStrike">
                <a:solidFill>
                  <a:schemeClr val="accen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1AB3233-34E6-469B-9AA0-BCCEABFE69E9}" type="slidenum">
              <a:rPr b="0" lang="el" sz="1000" spc="-1" strike="noStrike">
                <a:solidFill>
                  <a:schemeClr val="accent1"/>
                </a:solidFill>
                <a:latin typeface="Lato"/>
                <a:ea typeface="Lato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88000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l" sz="2600" spc="-1" strike="noStrike">
                <a:solidFill>
                  <a:schemeClr val="dk2"/>
                </a:solidFill>
                <a:latin typeface="Lato"/>
                <a:ea typeface="Lato"/>
              </a:rPr>
              <a:t>Nasal Demons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7" name="PlaceHolder 2"/>
          <p:cNvSpPr>
            <a:spLocks noGrp="1"/>
          </p:cNvSpPr>
          <p:nvPr>
            <p:ph/>
          </p:nvPr>
        </p:nvSpPr>
        <p:spPr>
          <a:xfrm>
            <a:off x="729360" y="1378080"/>
            <a:ext cx="7688520" cy="29617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It is a well known fact that the C compiler can do a lot of stuff at its own will and discretion. One of the most popular capabilities of the C compiler is that of </a:t>
            </a:r>
            <a:r>
              <a:rPr b="1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making demons fly out of your nose. </a:t>
            </a: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Your mission for this exercise is to: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15000"/>
              </a:lnSpc>
              <a:spcBef>
                <a:spcPts val="1199"/>
              </a:spcBef>
              <a:buClr>
                <a:srgbClr val="595959"/>
              </a:buClr>
              <a:buFont typeface="Lato"/>
              <a:buChar char="●"/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Find out what is the relationship between nasal demons and the C compiler and summarise your findings.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Try to reproduce this behaviour — in the context of its original first appearance in this world, do not try to manipulate demons through your nose in any realistic manner!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8" name="PlaceHolder 3"/>
          <p:cNvSpPr>
            <a:spLocks noGrp="1"/>
          </p:cNvSpPr>
          <p:nvPr>
            <p:ph type="sldNum" idx="31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l" sz="1000" spc="-1" strike="noStrike">
                <a:solidFill>
                  <a:schemeClr val="accen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9AFE5B2-7834-49A8-BACA-C7450E13596D}" type="slidenum">
              <a:rPr b="0" lang="el" sz="1000" spc="-1" strike="noStrike">
                <a:solidFill>
                  <a:schemeClr val="accent1"/>
                </a:solidFill>
                <a:latin typeface="Lato"/>
                <a:ea typeface="Lato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88000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l" sz="2600" spc="-1" strike="noStrike">
                <a:solidFill>
                  <a:schemeClr val="dk2"/>
                </a:solidFill>
                <a:latin typeface="Lato"/>
                <a:ea typeface="Lato"/>
              </a:rPr>
              <a:t>What About The Critical Section Problem?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0" name="PlaceHolder 2"/>
          <p:cNvSpPr>
            <a:spLocks noGrp="1"/>
          </p:cNvSpPr>
          <p:nvPr>
            <p:ph/>
          </p:nvPr>
        </p:nvSpPr>
        <p:spPr>
          <a:xfrm>
            <a:off x="729360" y="1378080"/>
            <a:ext cx="7688520" cy="29617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Today we discussed about a really new problem, the Critical Section Problem. So far, we have not found a convincing solution to it, albeit we have explored four alternatives that, under certain restrictions, provide some partial solutions.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15000"/>
              </a:lnSpc>
              <a:spcBef>
                <a:spcPts val="1199"/>
              </a:spcBef>
              <a:buClr>
                <a:srgbClr val="595959"/>
              </a:buClr>
              <a:buFont typeface="Lato"/>
              <a:buChar char="●"/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So, can you think how we might take advantage of the strengths of the solutions we have presented so far to address the Critical Section Problem?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Implement a full solution to the Critical Section Problem in C using system calls, in the context of the shared counter we have explored today.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1" name="PlaceHolder 3"/>
          <p:cNvSpPr>
            <a:spLocks noGrp="1"/>
          </p:cNvSpPr>
          <p:nvPr>
            <p:ph type="sldNum" idx="32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l" sz="1000" spc="-1" strike="noStrike">
                <a:solidFill>
                  <a:schemeClr val="accen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F415B47-4521-4F8C-99C1-F08538D38D62}" type="slidenum">
              <a:rPr b="0" lang="el" sz="1000" spc="-1" strike="noStrike">
                <a:solidFill>
                  <a:schemeClr val="accent1"/>
                </a:solidFill>
                <a:latin typeface="Lato"/>
                <a:ea typeface="Lato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88000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l" sz="2600" spc="-1" strike="noStrike">
                <a:solidFill>
                  <a:schemeClr val="dk2"/>
                </a:solidFill>
                <a:latin typeface="Lato"/>
                <a:ea typeface="Lato"/>
              </a:rPr>
              <a:t>C And Inline Assembly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3" name="PlaceHolder 2"/>
          <p:cNvSpPr>
            <a:spLocks noGrp="1"/>
          </p:cNvSpPr>
          <p:nvPr>
            <p:ph/>
          </p:nvPr>
        </p:nvSpPr>
        <p:spPr>
          <a:xfrm>
            <a:off x="729360" y="1378080"/>
            <a:ext cx="7688520" cy="29617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This is a self–study exercise regarding C and inline assembly (don’t worry, you will not be assessed on that!) Below you can find some starting pointers on the use of inline assembly in C: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indent="0" algn="ctr">
              <a:lnSpc>
                <a:spcPct val="115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b="0" lang="el" sz="1600" spc="-1" strike="noStrike" u="sng">
                <a:solidFill>
                  <a:schemeClr val="hlink"/>
                </a:solidFill>
                <a:uFillTx/>
                <a:latin typeface="Lato"/>
                <a:ea typeface="Lato"/>
                <a:hlinkClick r:id="rId1"/>
              </a:rPr>
              <a:t>https://developer.arm.com/documentation/den0013/d/Memory-Ordering/Memory-barriers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9"/>
              </a:spcBef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Try to implement Dekker’s algorithm by using appropriate inline assembly instructions and properly implementing memory barriers to prohibit CPU cores from accessing the critical sections of other cores.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4" name="PlaceHolder 3"/>
          <p:cNvSpPr>
            <a:spLocks noGrp="1"/>
          </p:cNvSpPr>
          <p:nvPr>
            <p:ph type="sldNum" idx="33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l" sz="1000" spc="-1" strike="noStrike">
                <a:solidFill>
                  <a:schemeClr val="accen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39D6C23-772F-4A9C-ADC1-06057EB04E0E}" type="slidenum">
              <a:rPr b="0" lang="el" sz="1000" spc="-1" strike="noStrike">
                <a:solidFill>
                  <a:schemeClr val="accent1"/>
                </a:solidFill>
                <a:latin typeface="Lato"/>
                <a:ea typeface="Lato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PlaceHolder 1"/>
          <p:cNvSpPr>
            <a:spLocks noGrp="1"/>
          </p:cNvSpPr>
          <p:nvPr>
            <p:ph type="title"/>
          </p:nvPr>
        </p:nvSpPr>
        <p:spPr>
          <a:xfrm>
            <a:off x="730080" y="1318680"/>
            <a:ext cx="3300480" cy="16869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l" sz="2600" spc="-1" strike="noStrike">
                <a:solidFill>
                  <a:schemeClr val="dk2"/>
                </a:solidFill>
                <a:latin typeface="Lato"/>
                <a:ea typeface="Lato"/>
              </a:rPr>
              <a:t>Any Questions?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6" name="PlaceHolder 2"/>
          <p:cNvSpPr>
            <a:spLocks noGrp="1"/>
          </p:cNvSpPr>
          <p:nvPr>
            <p:ph type="subTitle"/>
          </p:nvPr>
        </p:nvSpPr>
        <p:spPr>
          <a:xfrm>
            <a:off x="725040" y="3161520"/>
            <a:ext cx="3300480" cy="7585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Don’t forget to fill-in the questionnaire (check right)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7" name="PlaceHolder 3"/>
          <p:cNvSpPr>
            <a:spLocks noGrp="1"/>
          </p:cNvSpPr>
          <p:nvPr>
            <p:ph/>
          </p:nvPr>
        </p:nvSpPr>
        <p:spPr>
          <a:xfrm>
            <a:off x="4672800" y="4080240"/>
            <a:ext cx="4381920" cy="4539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86000"/>
          </a:bodyPr>
          <a:p>
            <a:pPr indent="0" algn="ctr">
              <a:lnSpc>
                <a:spcPct val="115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el" sz="1600" spc="-1" strike="noStrike" u="sng">
                <a:solidFill>
                  <a:schemeClr val="hlink"/>
                </a:solidFill>
                <a:uFillTx/>
                <a:latin typeface="Consolas"/>
                <a:ea typeface="Consolas"/>
                <a:hlinkClick r:id="rId1"/>
              </a:rPr>
              <a:t>https://forms.gle/aj7pYsK1ksufD6xYA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68" name="Google Shape;332;p31" descr="">
            <a:hlinkClick r:id="rId2"/>
          </p:cNvPr>
          <p:cNvPicPr/>
          <p:nvPr/>
        </p:nvPicPr>
        <p:blipFill>
          <a:blip r:embed="rId3"/>
          <a:stretch/>
        </p:blipFill>
        <p:spPr>
          <a:xfrm>
            <a:off x="5434920" y="1063080"/>
            <a:ext cx="2857320" cy="2857320"/>
          </a:xfrm>
          <a:prstGeom prst="rect">
            <a:avLst/>
          </a:prstGeom>
          <a:ln w="0">
            <a:noFill/>
          </a:ln>
        </p:spPr>
      </p:pic>
      <p:sp>
        <p:nvSpPr>
          <p:cNvPr id="269" name="PlaceHolder 4"/>
          <p:cNvSpPr>
            <a:spLocks noGrp="1"/>
          </p:cNvSpPr>
          <p:nvPr>
            <p:ph type="sldNum" idx="34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l" sz="1000" spc="-1" strike="noStrike">
                <a:solidFill>
                  <a:schemeClr val="accen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BACEB0B-D775-4B07-A04D-243FD03686C2}" type="slidenum">
              <a:rPr b="0" lang="el" sz="1000" spc="-1" strike="noStrike">
                <a:solidFill>
                  <a:schemeClr val="accent1"/>
                </a:solidFill>
                <a:latin typeface="Lato"/>
                <a:ea typeface="Lato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LibreOffice/7.4.7.2$Linux_X86_64 LibreOffice_project/40$Build-2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dcterms:modified xsi:type="dcterms:W3CDTF">2025-12-05T11:56:24Z</dcterms:modified>
  <cp:revision>1</cp:revision>
  <dc:subject/>
  <dc:title/>
</cp:coreProperties>
</file>