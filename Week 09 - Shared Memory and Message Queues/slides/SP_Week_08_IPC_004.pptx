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media/image1.png" ContentType="image/png"/>
  <Override PartName="/ppt/presProps.xml" ContentType="application/vnd.openxmlformats-officedocument.presentationml.presPro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2.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23.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3A7D4ECF-C59C-4E20-803A-F846D3D6E708}"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07516F2D-EFCC-4C6C-9E31-C03F36A67A5D}"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1"/>
          </p:nvPr>
        </p:nvSpPr>
        <p:spPr/>
        <p:txBody>
          <a:bodyPr/>
          <a:p>
            <a:fld id="{628B0580-83A3-4FF9-B87A-118D1AA62399}"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EECF9E49-F551-4965-BE3C-D0261E21A97D}"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1"/>
          </p:nvPr>
        </p:nvSpPr>
        <p:spPr/>
        <p:txBody>
          <a:bodyPr/>
          <a:p>
            <a:fld id="{34415FCE-AC39-40DB-AC40-8BC1F8E23F7D}"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1"/>
          </p:nvPr>
        </p:nvSpPr>
        <p:spPr/>
        <p:txBody>
          <a:bodyPr/>
          <a:p>
            <a:fld id="{781397A3-F30D-46D4-9D86-2B97242E1D68}"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B1CAEC08-AE3D-4082-AD0B-E35D8321ADFA}"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2"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7C7574D9-F6EE-46FF-AD8F-64F5F4DFDBB5}"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6"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7"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8"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8B719050-66AD-4D33-BC67-7041F527BE66}"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0"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1"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F8AA0670-B480-4821-A215-A839B4822821}"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3"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4"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5"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6"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1"/>
          </p:nvPr>
        </p:nvSpPr>
        <p:spPr/>
        <p:txBody>
          <a:bodyPr/>
          <a:p>
            <a:fld id="{4B2290B9-7660-40F9-8B00-49F3BA254811}"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8"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9"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0"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1"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2"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3"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1"/>
          </p:nvPr>
        </p:nvSpPr>
        <p:spPr/>
        <p:txBody>
          <a:bodyPr/>
          <a:p>
            <a:fld id="{0AB6630A-D0CE-401C-B8F1-51B7CDF66B59}"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FE831CB3-311D-4FDE-8452-41348422C9C5}"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1"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2"/>
          </p:nvPr>
        </p:nvSpPr>
        <p:spPr/>
        <p:txBody>
          <a:bodyPr/>
          <a:p>
            <a:fld id="{8A8BACBF-8B3B-41BB-B0E1-5275CE084765}"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3"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2"/>
          </p:nvPr>
        </p:nvSpPr>
        <p:spPr/>
        <p:txBody>
          <a:bodyPr/>
          <a:p>
            <a:fld id="{0A34B0E7-700E-4D6D-9694-328A782989CF}"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5"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6"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AEE3C328-0026-46EB-8723-630CF7112ACA}"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2"/>
          </p:nvPr>
        </p:nvSpPr>
        <p:spPr/>
        <p:txBody>
          <a:bodyPr/>
          <a:p>
            <a:fld id="{02E1BFBD-CD71-4515-B49A-2BD69489C364}"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8"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2"/>
          </p:nvPr>
        </p:nvSpPr>
        <p:spPr/>
        <p:txBody>
          <a:bodyPr/>
          <a:p>
            <a:fld id="{BEC35429-B5EF-4C55-A7F4-9AEEC3A56000}"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0"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1"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2"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B51C3938-935D-489B-8E83-D444919D1C50}"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4"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5"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6"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6E0B11AD-372F-49EA-B5F9-1875705AF4C3}"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9"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0"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E680D01F-146B-40C4-9D33-7E2F3B14A1F0}"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2"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3"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693FAFAC-BE8B-40EA-8C2A-0EC342BA82A0}" type="slidenum">
              <a:t>&lt;#&gt;</a:t>
            </a:fld>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5"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6"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7"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8"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2"/>
          </p:nvPr>
        </p:nvSpPr>
        <p:spPr/>
        <p:txBody>
          <a:bodyPr/>
          <a:p>
            <a:fld id="{6E90FC31-598F-4FF6-8E71-B4A2F98B4D8D}"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80"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1"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2"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3"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4"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5"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2"/>
          </p:nvPr>
        </p:nvSpPr>
        <p:spPr/>
        <p:txBody>
          <a:bodyPr/>
          <a:p>
            <a:fld id="{9CA736CD-4831-4B9A-B816-BA691B33EB91}" type="slidenum">
              <a:t>&lt;#&gt;</a:t>
            </a:fld>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E36F48BE-9D54-40E0-9981-5546B67A7795}"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4"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3"/>
          </p:nvPr>
        </p:nvSpPr>
        <p:spPr/>
        <p:txBody>
          <a:bodyPr/>
          <a:p>
            <a:fld id="{D6E82764-713A-4A37-BD80-6511E1FADFD3}"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6"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3"/>
          </p:nvPr>
        </p:nvSpPr>
        <p:spPr/>
        <p:txBody>
          <a:bodyPr/>
          <a:p>
            <a:fld id="{4A1A1C91-E6AE-45C4-B0AF-38AABFDB3C1B}"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8"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9"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93C78898-FC16-4C68-8BC3-AE2ABBEA1F4C}"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3"/>
          </p:nvPr>
        </p:nvSpPr>
        <p:spPr/>
        <p:txBody>
          <a:bodyPr/>
          <a:p>
            <a:fld id="{1BCDE5C9-4A1B-49CD-96CE-E76EA08E189D}" type="slidenum">
              <a:t>&lt;#&gt;</a:t>
            </a:fld>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1"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3"/>
          </p:nvPr>
        </p:nvSpPr>
        <p:spPr/>
        <p:txBody>
          <a:bodyPr/>
          <a:p>
            <a:fld id="{DA579854-3997-40F6-94FD-1BEDCDACE5F7}" type="slidenum">
              <a:t>&lt;#&gt;</a:t>
            </a:fld>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3"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4"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5"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1FE1B99B-7754-48F9-A1AB-921D1532D467}" type="slidenum">
              <a:t>&lt;#&gt;</a:t>
            </a:fld>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7"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8"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9"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40B136B5-0902-4DCF-94BE-7F859BBEE603}" type="slidenum">
              <a:t>&lt;#&gt;</a:t>
            </a:fld>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1"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2"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3"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9153575A-95EE-4654-8399-158D7EABABA4}" type="slidenum">
              <a:t>&lt;#&gt;</a:t>
            </a:fld>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5"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6"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13147A24-4F03-4428-9F41-B7D81B63FD4E}"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9"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0"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1"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3"/>
          </p:nvPr>
        </p:nvSpPr>
        <p:spPr/>
        <p:txBody>
          <a:bodyPr/>
          <a:p>
            <a:fld id="{FBF04D07-827B-499B-8137-9224A8E34C51}" type="slidenum">
              <a:t>&lt;#&gt;</a:t>
            </a:fld>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23"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4"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5"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6"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7"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8"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3"/>
          </p:nvPr>
        </p:nvSpPr>
        <p:spPr/>
        <p:txBody>
          <a:bodyPr/>
          <a:p>
            <a:fld id="{C6E11034-8990-47A4-A903-C9D5327D3E2B}" type="slidenum">
              <a:t>&lt;#&gt;</a:t>
            </a:fld>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7ECE056F-6F2E-4DB1-B8CD-35882D57360A}" type="slidenum">
              <a:t>&lt;#&gt;</a:t>
            </a:fld>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7"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4"/>
          </p:nvPr>
        </p:nvSpPr>
        <p:spPr/>
        <p:txBody>
          <a:bodyPr/>
          <a:p>
            <a:fld id="{003DF0C9-4ED2-467F-A2CE-0581386C6FB1}" type="slidenum">
              <a:t>&lt;#&gt;</a:t>
            </a:fld>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9"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4"/>
          </p:nvPr>
        </p:nvSpPr>
        <p:spPr/>
        <p:txBody>
          <a:bodyPr/>
          <a:p>
            <a:fld id="{4E807D83-0F3C-454E-88A7-231B24E07EF0}" type="slidenum">
              <a:t>&lt;#&gt;</a:t>
            </a:fld>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1"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2"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4"/>
          </p:nvPr>
        </p:nvSpPr>
        <p:spPr/>
        <p:txBody>
          <a:bodyPr/>
          <a:p>
            <a:fld id="{8860AEDE-D8A3-4495-A250-180BC5276ACA}" type="slidenum">
              <a:t>&lt;#&gt;</a:t>
            </a:fld>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4"/>
          </p:nvPr>
        </p:nvSpPr>
        <p:spPr/>
        <p:txBody>
          <a:bodyPr/>
          <a:p>
            <a:fld id="{23F7B475-2B64-40B1-9A47-F59877DC5143}" type="slidenum">
              <a:t>&lt;#&gt;</a:t>
            </a:fld>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4"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4"/>
          </p:nvPr>
        </p:nvSpPr>
        <p:spPr/>
        <p:txBody>
          <a:bodyPr/>
          <a:p>
            <a:fld id="{A433073D-CC29-440C-A749-61BFB0461767}" type="slidenum">
              <a:t>&lt;#&gt;</a:t>
            </a:fld>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6"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7"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8"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1643D09A-E854-4316-814B-0260AAD37E56}" type="slidenum">
              <a:t>&lt;#&gt;</a:t>
            </a:fld>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0"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1"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2"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490868E6-7170-4F86-82EB-8EEB7C456728}" type="slidenum">
              <a:t>&lt;#&gt;</a:t>
            </a:fld>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4"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5"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6"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523377D2-3B06-4D93-8739-F12832FA5406}" type="slidenum">
              <a:t>&lt;#&gt;</a:t>
            </a:fld>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8"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9"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4"/>
          </p:nvPr>
        </p:nvSpPr>
        <p:spPr/>
        <p:txBody>
          <a:bodyPr/>
          <a:p>
            <a:fld id="{57CF59FF-32DB-4DF5-9868-D5C4B986F36E}" type="slidenum">
              <a:t>&lt;#&gt;</a:t>
            </a:fld>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6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61"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2"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3"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4"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4"/>
          </p:nvPr>
        </p:nvSpPr>
        <p:spPr/>
        <p:txBody>
          <a:bodyPr/>
          <a:p>
            <a:fld id="{BD91914C-8C67-40E1-8B97-C5C253B976E4}" type="slidenum">
              <a:t>&lt;#&gt;</a:t>
            </a:fld>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66"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7"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8"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9"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70"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71"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4"/>
          </p:nvPr>
        </p:nvSpPr>
        <p:spPr/>
        <p:txBody>
          <a:bodyPr/>
          <a:p>
            <a:fld id="{89A3AE7C-0FB2-4083-921C-EEFC87B775BA}"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0" name="Google Shape;11;p25"/>
          <p:cNvSpPr/>
          <p:nvPr/>
        </p:nvSpPr>
        <p:spPr>
          <a:xfrm>
            <a:off x="0" y="0"/>
            <a:ext cx="9143640" cy="48744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1" name="Google Shape;12;p25"/>
          <p:cNvGrpSpPr/>
          <p:nvPr/>
        </p:nvGrpSpPr>
        <p:grpSpPr>
          <a:xfrm>
            <a:off x="530280" y="1205640"/>
            <a:ext cx="1342800" cy="17280"/>
            <a:chOff x="530280" y="1205640"/>
            <a:chExt cx="1342800" cy="17280"/>
          </a:xfrm>
        </p:grpSpPr>
        <p:sp>
          <p:nvSpPr>
            <p:cNvPr id="2" name="Google Shape;13;p25"/>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3" name="Google Shape;14;p25"/>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4" name="PlaceHolder 1"/>
          <p:cNvSpPr>
            <a:spLocks noGrp="1"/>
          </p:cNvSpPr>
          <p:nvPr>
            <p:ph type="title"/>
          </p:nvPr>
        </p:nvSpPr>
        <p:spPr>
          <a:xfrm>
            <a:off x="729360" y="1322280"/>
            <a:ext cx="7687800" cy="1664280"/>
          </a:xfrm>
          <a:prstGeom prst="rect">
            <a:avLst/>
          </a:prstGeom>
          <a:noFill/>
          <a:ln w="0">
            <a:noFill/>
          </a:ln>
        </p:spPr>
        <p:txBody>
          <a:bodyPr tIns="91440" bIns="91440" anchor="t">
            <a:normAutofit/>
          </a:bodyPr>
          <a:p>
            <a:pPr indent="0">
              <a:buNone/>
            </a:pPr>
            <a:r>
              <a:rPr b="0" lang="en-US" sz="4200" spc="-1" strike="noStrike">
                <a:solidFill>
                  <a:srgbClr val="000000"/>
                </a:solidFill>
                <a:latin typeface="Arial"/>
              </a:rPr>
              <a:t>Click to edit </a:t>
            </a:r>
            <a:r>
              <a:rPr b="0" lang="en-US" sz="4200" spc="-1" strike="noStrike">
                <a:solidFill>
                  <a:srgbClr val="000000"/>
                </a:solidFill>
                <a:latin typeface="Arial"/>
              </a:rPr>
              <a:t>the title text </a:t>
            </a:r>
            <a:r>
              <a:rPr b="0" lang="en-US" sz="4200" spc="-1" strike="noStrike">
                <a:solidFill>
                  <a:srgbClr val="000000"/>
                </a:solidFill>
                <a:latin typeface="Arial"/>
              </a:rPr>
              <a:t>format</a:t>
            </a:r>
            <a:endParaRPr b="0" lang="en-US" sz="4200" spc="-1" strike="noStrike">
              <a:solidFill>
                <a:srgbClr val="000000"/>
              </a:solidFill>
              <a:latin typeface="Arial"/>
            </a:endParaRPr>
          </a:p>
        </p:txBody>
      </p:sp>
      <p:sp>
        <p:nvSpPr>
          <p:cNvPr id="5" name="PlaceHolder 2"/>
          <p:cNvSpPr>
            <a:spLocks noGrp="1"/>
          </p:cNvSpPr>
          <p:nvPr>
            <p:ph type="sldNum" idx="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A3FEBA7E-89D4-4FBD-9E77-303186E9E92C}"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
        <p:nvSpPr>
          <p:cNvPr id="6" name="Google Shape;18;p25"/>
          <p:cNvSpPr/>
          <p:nvPr/>
        </p:nvSpPr>
        <p:spPr>
          <a:xfrm>
            <a:off x="6590880" y="3867120"/>
            <a:ext cx="1945080" cy="7387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endParaRPr b="0" lang="en-US" sz="1400" spc="-1" strike="noStrike">
              <a:solidFill>
                <a:srgbClr val="000000"/>
              </a:solidFill>
              <a:latin typeface="Arial"/>
            </a:endParaRPr>
          </a:p>
        </p:txBody>
      </p:sp>
      <p:sp>
        <p:nvSpPr>
          <p:cNvPr id="7"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a:t>
            </a:r>
            <a:r>
              <a:rPr b="0" lang="en-US" sz="2000" spc="-1" strike="noStrike">
                <a:solidFill>
                  <a:srgbClr val="000000"/>
                </a:solidFill>
                <a:latin typeface="Arial"/>
              </a:rPr>
              <a:t>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a:t>
            </a:r>
            <a:r>
              <a:rPr b="0" lang="en-US" sz="2000" spc="-1" strike="noStrike">
                <a:solidFill>
                  <a:srgbClr val="000000"/>
                </a:solidFill>
                <a:latin typeface="Arial"/>
              </a:rPr>
              <a:t>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44" name="Google Shape;21;p26"/>
          <p:cNvGrpSpPr/>
          <p:nvPr/>
        </p:nvGrpSpPr>
        <p:grpSpPr>
          <a:xfrm>
            <a:off x="530280" y="1205640"/>
            <a:ext cx="1342800" cy="17280"/>
            <a:chOff x="530280" y="1205640"/>
            <a:chExt cx="1342800" cy="17280"/>
          </a:xfrm>
        </p:grpSpPr>
        <p:sp>
          <p:nvSpPr>
            <p:cNvPr id="45" name="Google Shape;22;p26"/>
            <p:cNvSpPr/>
            <p:nvPr/>
          </p:nvSpPr>
          <p:spPr>
            <a:xfrm rot="16200000">
              <a:off x="1380600" y="730440"/>
              <a:ext cx="17280" cy="96732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46" name="Google Shape;23;p26"/>
            <p:cNvSpPr/>
            <p:nvPr/>
          </p:nvSpPr>
          <p:spPr>
            <a:xfrm rot="16200000">
              <a:off x="1009440" y="726480"/>
              <a:ext cx="17280" cy="97560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47"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48" name="PlaceHolder 2"/>
          <p:cNvSpPr>
            <a:spLocks noGrp="1"/>
          </p:cNvSpPr>
          <p:nvPr>
            <p:ph type="sldNum" idx="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45CBA872-2086-4D5F-BCB6-73BDB12388FB}" type="slidenum">
              <a:rPr b="0" lang="el" sz="1000" spc="-1" strike="noStrike">
                <a:solidFill>
                  <a:schemeClr val="lt1"/>
                </a:solidFill>
                <a:latin typeface="Lato"/>
                <a:ea typeface="Lato"/>
              </a:rPr>
              <a:t>&lt;number&gt;</a:t>
            </a:fld>
            <a:endParaRPr b="0" lang="en-US" sz="1000" spc="-1" strike="noStrike">
              <a:solidFill>
                <a:srgbClr val="000000"/>
              </a:solidFill>
              <a:latin typeface="Times New Roman"/>
            </a:endParaRPr>
          </a:p>
        </p:txBody>
      </p:sp>
      <p:sp>
        <p:nvSpPr>
          <p:cNvPr id="49"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6" name="Google Shape;27;p27"/>
          <p:cNvSpPr/>
          <p:nvPr/>
        </p:nvSpPr>
        <p:spPr>
          <a:xfrm>
            <a:off x="0" y="0"/>
            <a:ext cx="9143640" cy="487440"/>
          </a:xfrm>
          <a:prstGeom prst="rect">
            <a:avLst/>
          </a:prstGeom>
          <a:solidFill>
            <a:schemeClr val="lt2"/>
          </a:solidFill>
          <a:ln w="0">
            <a:noFill/>
          </a:ln>
        </p:spPr>
        <p:style>
          <a:lnRef idx="0"/>
          <a:fillRef idx="0"/>
          <a:effectRef idx="0"/>
          <a:fontRef idx="minor"/>
        </p:style>
        <p:txBody>
          <a:bodyPr tIns="91440" bIns="91440" anchor="ctr">
            <a:noAutofit/>
          </a:bodyPr>
          <a:p>
            <a:pPr algn="r">
              <a:lnSpc>
                <a:spcPct val="100000"/>
              </a:lnSpc>
              <a:tabLst>
                <a:tab algn="l" pos="0"/>
              </a:tabLst>
            </a:pPr>
            <a:endParaRPr b="0" lang="en-US" sz="1400" spc="-1" strike="noStrike">
              <a:solidFill>
                <a:srgbClr val="000000"/>
              </a:solidFill>
              <a:latin typeface="Arial"/>
            </a:endParaRPr>
          </a:p>
        </p:txBody>
      </p:sp>
      <p:grpSp>
        <p:nvGrpSpPr>
          <p:cNvPr id="87" name="Google Shape;28;p27"/>
          <p:cNvGrpSpPr/>
          <p:nvPr/>
        </p:nvGrpSpPr>
        <p:grpSpPr>
          <a:xfrm>
            <a:off x="530280" y="1205640"/>
            <a:ext cx="1342800" cy="17280"/>
            <a:chOff x="530280" y="1205640"/>
            <a:chExt cx="1342800" cy="17280"/>
          </a:xfrm>
        </p:grpSpPr>
        <p:sp>
          <p:nvSpPr>
            <p:cNvPr id="88" name="Google Shape;29;p27"/>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89" name="Google Shape;30;p27"/>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9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91" name="PlaceHolder 2"/>
          <p:cNvSpPr>
            <a:spLocks noGrp="1"/>
          </p:cNvSpPr>
          <p:nvPr>
            <p:ph type="body"/>
          </p:nvPr>
        </p:nvSpPr>
        <p:spPr>
          <a:xfrm>
            <a:off x="729360" y="1378080"/>
            <a:ext cx="7688520" cy="2961720"/>
          </a:xfrm>
          <a:prstGeom prst="rect">
            <a:avLst/>
          </a:prstGeom>
          <a:noFill/>
          <a:ln w="0">
            <a:noFill/>
          </a:ln>
        </p:spPr>
        <p:txBody>
          <a:bodyPr tIns="91440" bIns="91440" anchor="t">
            <a:normAutofit/>
          </a:bodyPr>
          <a:p>
            <a:pPr marL="432000" indent="-324000">
              <a:spcBef>
                <a:spcPts val="1417"/>
              </a:spcBef>
              <a:buClr>
                <a:srgbClr val="000000"/>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92" name="PlaceHolder 3"/>
          <p:cNvSpPr>
            <a:spLocks noGrp="1"/>
          </p:cNvSpPr>
          <p:nvPr>
            <p:ph type="sldNum" idx="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CC6F0587-DFA1-4E59-865C-C1C6A7BE3CE3}"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9" name="Google Shape;35;p28"/>
          <p:cNvSpPr/>
          <p:nvPr/>
        </p:nvSpPr>
        <p:spPr>
          <a:xfrm>
            <a:off x="0" y="0"/>
            <a:ext cx="4571640" cy="514332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130" name="Google Shape;36;p28"/>
          <p:cNvGrpSpPr/>
          <p:nvPr/>
        </p:nvGrpSpPr>
        <p:grpSpPr>
          <a:xfrm>
            <a:off x="530280" y="1205640"/>
            <a:ext cx="1342800" cy="17280"/>
            <a:chOff x="530280" y="1205640"/>
            <a:chExt cx="1342800" cy="17280"/>
          </a:xfrm>
        </p:grpSpPr>
        <p:sp>
          <p:nvSpPr>
            <p:cNvPr id="131" name="Google Shape;37;p28"/>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132" name="Google Shape;38;p28"/>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133" name="PlaceHolder 1"/>
          <p:cNvSpPr>
            <a:spLocks noGrp="1"/>
          </p:cNvSpPr>
          <p:nvPr>
            <p:ph type="title"/>
          </p:nvPr>
        </p:nvSpPr>
        <p:spPr>
          <a:xfrm>
            <a:off x="730080" y="1318680"/>
            <a:ext cx="3300480" cy="1686960"/>
          </a:xfrm>
          <a:prstGeom prst="rect">
            <a:avLst/>
          </a:prstGeom>
          <a:noFill/>
          <a:ln w="0">
            <a:noFill/>
          </a:ln>
        </p:spPr>
        <p:txBody>
          <a:bodyPr tIns="91440" bIns="91440" anchor="t">
            <a:normAutofit/>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134" name="PlaceHolder 2"/>
          <p:cNvSpPr>
            <a:spLocks noGrp="1"/>
          </p:cNvSpPr>
          <p:nvPr>
            <p:ph type="body"/>
          </p:nvPr>
        </p:nvSpPr>
        <p:spPr>
          <a:xfrm>
            <a:off x="5174280" y="1352520"/>
            <a:ext cx="3373920" cy="3025080"/>
          </a:xfrm>
          <a:prstGeom prst="rect">
            <a:avLst/>
          </a:prstGeom>
          <a:noFill/>
          <a:ln w="0">
            <a:noFill/>
          </a:ln>
        </p:spPr>
        <p:txBody>
          <a:bodyPr tIns="91440" bIns="91440" anchor="t">
            <a:normAutofit fontScale="74000"/>
          </a:bodyPr>
          <a:p>
            <a:pPr marL="319680" indent="-239760">
              <a:spcBef>
                <a:spcPts val="1417"/>
              </a:spcBef>
              <a:buClr>
                <a:srgbClr val="000000"/>
              </a:buClr>
              <a:buSzPct val="45000"/>
              <a:buFont typeface="Wingdings" charset="2"/>
              <a:buChar char=""/>
            </a:pPr>
            <a:r>
              <a:rPr b="0" lang="en-US" sz="1300" spc="-1" strike="noStrike">
                <a:solidFill>
                  <a:srgbClr val="000000"/>
                </a:solidFill>
                <a:latin typeface="Arial"/>
              </a:rPr>
              <a:t>Click to edit the outline text format</a:t>
            </a:r>
            <a:endParaRPr b="0" lang="en-US" sz="1300" spc="-1" strike="noStrike">
              <a:solidFill>
                <a:srgbClr val="000000"/>
              </a:solidFill>
              <a:latin typeface="Arial"/>
            </a:endParaRPr>
          </a:p>
          <a:p>
            <a:pPr lvl="1" marL="639360" indent="-239760">
              <a:spcBef>
                <a:spcPts val="1134"/>
              </a:spcBef>
              <a:buClr>
                <a:srgbClr val="000000"/>
              </a:buClr>
              <a:buSzPct val="75000"/>
              <a:buFont typeface="Symbol" charset="2"/>
              <a:buChar char=""/>
            </a:pPr>
            <a:r>
              <a:rPr b="0" lang="en-US" sz="1300" spc="-1" strike="noStrike">
                <a:solidFill>
                  <a:srgbClr val="000000"/>
                </a:solidFill>
                <a:latin typeface="Arial"/>
              </a:rPr>
              <a:t>Second Outline Level</a:t>
            </a:r>
            <a:endParaRPr b="0" lang="en-US" sz="1300" spc="-1" strike="noStrike">
              <a:solidFill>
                <a:srgbClr val="000000"/>
              </a:solidFill>
              <a:latin typeface="Arial"/>
            </a:endParaRPr>
          </a:p>
          <a:p>
            <a:pPr lvl="2" marL="959040" indent="-213120">
              <a:spcBef>
                <a:spcPts val="850"/>
              </a:spcBef>
              <a:buClr>
                <a:srgbClr val="000000"/>
              </a:buClr>
              <a:buSzPct val="45000"/>
              <a:buFont typeface="Wingdings" charset="2"/>
              <a:buChar char=""/>
            </a:pPr>
            <a:r>
              <a:rPr b="0" lang="en-US" sz="1300" spc="-1" strike="noStrike">
                <a:solidFill>
                  <a:srgbClr val="000000"/>
                </a:solidFill>
                <a:latin typeface="Arial"/>
              </a:rPr>
              <a:t>Third Outline Level</a:t>
            </a:r>
            <a:endParaRPr b="0" lang="en-US" sz="1300" spc="-1" strike="noStrike">
              <a:solidFill>
                <a:srgbClr val="000000"/>
              </a:solidFill>
              <a:latin typeface="Arial"/>
            </a:endParaRPr>
          </a:p>
          <a:p>
            <a:pPr lvl="3" marL="1278720" indent="-159840">
              <a:spcBef>
                <a:spcPts val="567"/>
              </a:spcBef>
              <a:buClr>
                <a:srgbClr val="000000"/>
              </a:buClr>
              <a:buSzPct val="75000"/>
              <a:buFont typeface="Symbol" charset="2"/>
              <a:buChar char=""/>
            </a:pPr>
            <a:r>
              <a:rPr b="0" lang="en-US" sz="1300" spc="-1" strike="noStrike">
                <a:solidFill>
                  <a:srgbClr val="000000"/>
                </a:solidFill>
                <a:latin typeface="Arial"/>
              </a:rPr>
              <a:t>Fourth Outline Level</a:t>
            </a:r>
            <a:endParaRPr b="0" lang="en-US" sz="1300" spc="-1" strike="noStrike">
              <a:solidFill>
                <a:srgbClr val="000000"/>
              </a:solidFill>
              <a:latin typeface="Arial"/>
            </a:endParaRPr>
          </a:p>
          <a:p>
            <a:pPr lvl="4" marL="1598400" indent="-159840">
              <a:spcBef>
                <a:spcPts val="283"/>
              </a:spcBef>
              <a:buClr>
                <a:srgbClr val="000000"/>
              </a:buClr>
              <a:buSzPct val="45000"/>
              <a:buFont typeface="Wingdings" charset="2"/>
              <a:buChar char=""/>
            </a:pPr>
            <a:r>
              <a:rPr b="0" lang="en-US" sz="1300" spc="-1" strike="noStrike">
                <a:solidFill>
                  <a:srgbClr val="000000"/>
                </a:solidFill>
                <a:latin typeface="Arial"/>
              </a:rPr>
              <a:t>Fifth Outline Level</a:t>
            </a:r>
            <a:endParaRPr b="0" lang="en-US" sz="1300" spc="-1" strike="noStrike">
              <a:solidFill>
                <a:srgbClr val="000000"/>
              </a:solidFill>
              <a:latin typeface="Arial"/>
            </a:endParaRPr>
          </a:p>
          <a:p>
            <a:pPr lvl="5" marL="1918080" indent="-159840">
              <a:spcBef>
                <a:spcPts val="283"/>
              </a:spcBef>
              <a:buClr>
                <a:srgbClr val="000000"/>
              </a:buClr>
              <a:buSzPct val="45000"/>
              <a:buFont typeface="Wingdings" charset="2"/>
              <a:buChar char=""/>
            </a:pPr>
            <a:r>
              <a:rPr b="0" lang="en-US" sz="1300" spc="-1" strike="noStrike">
                <a:solidFill>
                  <a:srgbClr val="000000"/>
                </a:solidFill>
                <a:latin typeface="Arial"/>
              </a:rPr>
              <a:t>Sixth Outline Level</a:t>
            </a:r>
            <a:endParaRPr b="0" lang="en-US" sz="1300" spc="-1" strike="noStrike">
              <a:solidFill>
                <a:srgbClr val="000000"/>
              </a:solidFill>
              <a:latin typeface="Arial"/>
            </a:endParaRPr>
          </a:p>
          <a:p>
            <a:pPr lvl="6" marL="2237760" indent="-159840">
              <a:spcBef>
                <a:spcPts val="283"/>
              </a:spcBef>
              <a:buClr>
                <a:srgbClr val="000000"/>
              </a:buClr>
              <a:buSzPct val="45000"/>
              <a:buFont typeface="Wingdings" charset="2"/>
              <a:buChar char=""/>
            </a:pPr>
            <a:r>
              <a:rPr b="0" lang="en-US" sz="1300" spc="-1" strike="noStrike">
                <a:solidFill>
                  <a:srgbClr val="000000"/>
                </a:solidFill>
                <a:latin typeface="Arial"/>
              </a:rPr>
              <a:t>Seventh Outline Level</a:t>
            </a:r>
            <a:endParaRPr b="0" lang="en-US" sz="1300" spc="-1" strike="noStrike">
              <a:solidFill>
                <a:srgbClr val="000000"/>
              </a:solidFill>
              <a:latin typeface="Arial"/>
            </a:endParaRPr>
          </a:p>
        </p:txBody>
      </p:sp>
      <p:sp>
        <p:nvSpPr>
          <p:cNvPr id="135" name="PlaceHolder 3"/>
          <p:cNvSpPr>
            <a:spLocks noGrp="1"/>
          </p:cNvSpPr>
          <p:nvPr>
            <p:ph type="sldNum" idx="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4CF11DEE-BF7E-46FA-816D-08C6CDE3A779}"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3.xml.rels><?xml version="1.0" encoding="UTF-8"?>
<Relationships xmlns="http://schemas.openxmlformats.org/package/2006/relationships"><Relationship Id="rId1" Type="http://schemas.openxmlformats.org/officeDocument/2006/relationships/hyperlink" Target="https://forms.gle/aj7pYsK1ksufD6xYA" TargetMode="External"/><Relationship Id="rId2" Type="http://schemas.openxmlformats.org/officeDocument/2006/relationships/hyperlink" Target="https://forms.gle/aj7pYsK1ksufD6xYA" TargetMode="External"/><Relationship Id="rId3" Type="http://schemas.openxmlformats.org/officeDocument/2006/relationships/image" Target="../media/image1.png"/><Relationship Id="rId4" Type="http://schemas.openxmlformats.org/officeDocument/2006/relationships/slideLayout" Target="../slideLayouts/slideLayout3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729360" y="1322280"/>
            <a:ext cx="7687800" cy="1664280"/>
          </a:xfrm>
          <a:prstGeom prst="rect">
            <a:avLst/>
          </a:prstGeom>
          <a:noFill/>
          <a:ln w="0">
            <a:noFill/>
          </a:ln>
        </p:spPr>
        <p:txBody>
          <a:bodyPr tIns="91440" bIns="91440" anchor="t">
            <a:normAutofit/>
          </a:bodyPr>
          <a:p>
            <a:pPr indent="0">
              <a:lnSpc>
                <a:spcPct val="100000"/>
              </a:lnSpc>
              <a:buNone/>
              <a:tabLst>
                <a:tab algn="l" pos="0"/>
              </a:tabLst>
            </a:pPr>
            <a:r>
              <a:rPr b="1" lang="el" sz="4200" spc="-1" strike="noStrike">
                <a:solidFill>
                  <a:schemeClr val="dk2"/>
                </a:solidFill>
                <a:latin typeface="Lato"/>
                <a:ea typeface="Lato"/>
              </a:rPr>
              <a:t>Operating Systems</a:t>
            </a:r>
            <a:br>
              <a:rPr sz="4200"/>
            </a:br>
            <a:r>
              <a:rPr b="0" lang="el" sz="1600" spc="-1" strike="noStrike">
                <a:solidFill>
                  <a:schemeClr val="accent1"/>
                </a:solidFill>
                <a:latin typeface="Lato"/>
                <a:ea typeface="Lato"/>
              </a:rPr>
              <a:t>IPC: Inter-processes Communication</a:t>
            </a:r>
            <a:endParaRPr b="0" lang="en-US" sz="1600" spc="-1" strike="noStrike">
              <a:solidFill>
                <a:srgbClr val="000000"/>
              </a:solidFill>
              <a:latin typeface="Arial"/>
            </a:endParaRPr>
          </a:p>
        </p:txBody>
      </p:sp>
      <p:sp>
        <p:nvSpPr>
          <p:cNvPr id="173" name="PlaceHolder 2"/>
          <p:cNvSpPr>
            <a:spLocks noGrp="1"/>
          </p:cNvSpPr>
          <p:nvPr>
            <p:ph type="subTitle"/>
          </p:nvPr>
        </p:nvSpPr>
        <p:spPr>
          <a:xfrm>
            <a:off x="729720" y="3173040"/>
            <a:ext cx="7687800" cy="738720"/>
          </a:xfrm>
          <a:prstGeom prst="rect">
            <a:avLst/>
          </a:prstGeom>
          <a:noFill/>
          <a:ln w="0">
            <a:noFill/>
          </a:ln>
        </p:spPr>
        <p:txBody>
          <a:bodyPr tIns="91440" bIns="91440" anchor="t">
            <a:normAutofit/>
          </a:bodyPr>
          <a:p>
            <a:pPr indent="0">
              <a:lnSpc>
                <a:spcPct val="100000"/>
              </a:lnSpc>
              <a:buNone/>
              <a:tabLst>
                <a:tab algn="l" pos="0"/>
              </a:tabLst>
            </a:pPr>
            <a:r>
              <a:rPr b="0" lang="el" sz="1600" spc="-1" strike="noStrike">
                <a:solidFill>
                  <a:schemeClr val="accent1"/>
                </a:solidFill>
                <a:latin typeface="Lato"/>
                <a:ea typeface="Lato"/>
              </a:rPr>
              <a:t>Vassilis Markos,</a:t>
            </a:r>
            <a:br>
              <a:rPr sz="1600"/>
            </a:br>
            <a:r>
              <a:rPr b="0" lang="el" sz="1600" spc="-1" strike="noStrike">
                <a:solidFill>
                  <a:schemeClr val="accent1"/>
                </a:solidFill>
                <a:latin typeface="Lato"/>
                <a:ea typeface="Lato"/>
              </a:rPr>
              <a:t>Mediterranean College</a:t>
            </a:r>
            <a:endParaRPr b="0" lang="en-US" sz="1600" spc="-1" strike="noStrike">
              <a:solidFill>
                <a:srgbClr val="000000"/>
              </a:solidFill>
              <a:latin typeface="Arial"/>
            </a:endParaRPr>
          </a:p>
        </p:txBody>
      </p:sp>
      <p:sp>
        <p:nvSpPr>
          <p:cNvPr id="174" name="Google Shape;118;p1"/>
          <p:cNvSpPr/>
          <p:nvPr/>
        </p:nvSpPr>
        <p:spPr>
          <a:xfrm>
            <a:off x="6029640" y="4001400"/>
            <a:ext cx="2387520" cy="615960"/>
          </a:xfrm>
          <a:prstGeom prst="rect">
            <a:avLst/>
          </a:prstGeom>
          <a:noFill/>
          <a:ln w="0">
            <a:noFill/>
          </a:ln>
        </p:spPr>
        <p:style>
          <a:lnRef idx="0"/>
          <a:fillRef idx="0"/>
          <a:effectRef idx="0"/>
          <a:fontRef idx="minor"/>
        </p:style>
        <p:txBody>
          <a:bodyPr tIns="91440" bIns="91440" anchor="t">
            <a:noAutofit/>
          </a:bodyPr>
          <a:p>
            <a:pPr algn="r">
              <a:lnSpc>
                <a:spcPct val="100000"/>
              </a:lnSpc>
              <a:tabLst>
                <a:tab algn="l" pos="0"/>
              </a:tabLst>
            </a:pPr>
            <a:endParaRPr b="0" lang="en-US" sz="1400" spc="-1" strike="noStrike">
              <a:solidFill>
                <a:srgbClr val="000000"/>
              </a:solidFill>
              <a:latin typeface="Arial"/>
            </a:endParaRPr>
          </a:p>
        </p:txBody>
      </p:sp>
      <p:sp>
        <p:nvSpPr>
          <p:cNvPr id="175" name="PlaceHolder 3"/>
          <p:cNvSpPr>
            <a:spLocks noGrp="1"/>
          </p:cNvSpPr>
          <p:nvPr>
            <p:ph type="subTitle"/>
          </p:nvPr>
        </p:nvSpPr>
        <p:spPr>
          <a:xfrm>
            <a:off x="6057000" y="3821760"/>
            <a:ext cx="2360520" cy="1121400"/>
          </a:xfrm>
          <a:prstGeom prst="rect">
            <a:avLst/>
          </a:prstGeom>
          <a:noFill/>
          <a:ln w="0">
            <a:noFill/>
          </a:ln>
        </p:spPr>
        <p:txBody>
          <a:bodyPr tIns="91440" bIns="91440" anchor="t">
            <a:normAutofit/>
          </a:bodyPr>
          <a:p>
            <a:pPr algn="r">
              <a:lnSpc>
                <a:spcPct val="115000"/>
              </a:lnSpc>
              <a:spcAft>
                <a:spcPts val="1199"/>
              </a:spcAft>
              <a:tabLst>
                <a:tab algn="l" pos="0"/>
              </a:tabLst>
            </a:pPr>
            <a:r>
              <a:rPr b="0" lang="el" sz="1300" spc="-1" strike="noStrike">
                <a:solidFill>
                  <a:schemeClr val="accent1"/>
                </a:solidFill>
                <a:latin typeface="Lato"/>
                <a:ea typeface="Lato"/>
              </a:rPr>
              <a:t>Week 09</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IPC: Variations On A Theme</a:t>
            </a:r>
            <a:endParaRPr b="0" lang="en-US" sz="3600" spc="-1" strike="noStrike">
              <a:solidFill>
                <a:srgbClr val="000000"/>
              </a:solidFill>
              <a:latin typeface="Arial"/>
            </a:endParaRPr>
          </a:p>
        </p:txBody>
      </p:sp>
      <p:sp>
        <p:nvSpPr>
          <p:cNvPr id="177" name="PlaceHolder 2"/>
          <p:cNvSpPr>
            <a:spLocks noGrp="1"/>
          </p:cNvSpPr>
          <p:nvPr>
            <p:ph type="sldNum" idx="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55BFDA2B-545B-4130-B341-CC4902C25EBC}" type="slidenum">
              <a:rPr b="0" lang="el" sz="1000" spc="-1" strike="noStrike">
                <a:solidFill>
                  <a:schemeClr val="lt1"/>
                </a:solidFill>
                <a:latin typeface="Lato"/>
                <a:ea typeface="Lato"/>
              </a:rPr>
              <a:t>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Interprocess Communication</a:t>
            </a:r>
            <a:endParaRPr b="0" lang="en-US" sz="2600" spc="-1" strike="noStrike">
              <a:solidFill>
                <a:srgbClr val="000000"/>
              </a:solidFill>
              <a:latin typeface="Arial"/>
            </a:endParaRPr>
          </a:p>
        </p:txBody>
      </p:sp>
      <p:sp>
        <p:nvSpPr>
          <p:cNvPr id="179" name="PlaceHolder 2"/>
          <p:cNvSpPr>
            <a:spLocks noGrp="1"/>
          </p:cNvSpPr>
          <p:nvPr>
            <p:ph/>
          </p:nvPr>
        </p:nvSpPr>
        <p:spPr>
          <a:xfrm>
            <a:off x="729360" y="1378080"/>
            <a:ext cx="7688520" cy="2961720"/>
          </a:xfrm>
          <a:prstGeom prst="rect">
            <a:avLst/>
          </a:prstGeom>
          <a:noFill/>
          <a:ln w="0">
            <a:noFill/>
          </a:ln>
        </p:spPr>
        <p:txBody>
          <a:bodyPr tIns="91440" bIns="91440" anchor="t">
            <a:normAutofit fontScale="99000"/>
          </a:bodyPr>
          <a:p>
            <a:pPr marL="452520" indent="-326520">
              <a:lnSpc>
                <a:spcPct val="115000"/>
              </a:lnSpc>
              <a:buClr>
                <a:srgbClr val="595959"/>
              </a:buClr>
              <a:buFont typeface="Lato"/>
              <a:buChar char="●"/>
            </a:pPr>
            <a:r>
              <a:rPr b="0" lang="el" sz="1600" spc="-1" strike="noStrike">
                <a:solidFill>
                  <a:schemeClr val="accent1"/>
                </a:solidFill>
                <a:latin typeface="Lato"/>
                <a:ea typeface="Lato"/>
              </a:rPr>
              <a:t>For the rest of these slides, we shall solve the problem of sending a message from a parent to a child process using all the tools we have described in the last lectures.</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Our purpose is to demonstrate how one can address IPC using:</a:t>
            </a:r>
            <a:endParaRPr b="0" lang="en-US" sz="1600" spc="-1" strike="noStrike">
              <a:solidFill>
                <a:srgbClr val="000000"/>
              </a:solidFill>
              <a:latin typeface="Arial"/>
            </a:endParaRPr>
          </a:p>
          <a:p>
            <a:pPr lvl="1" marL="905040" indent="-326520">
              <a:lnSpc>
                <a:spcPct val="115000"/>
              </a:lnSpc>
              <a:buClr>
                <a:srgbClr val="595959"/>
              </a:buClr>
              <a:buFont typeface="Lato"/>
              <a:buChar char="○"/>
            </a:pPr>
            <a:r>
              <a:rPr b="0" lang="el" sz="1600" spc="-1" strike="noStrike">
                <a:solidFill>
                  <a:schemeClr val="accent1"/>
                </a:solidFill>
                <a:latin typeface="Lato"/>
                <a:ea typeface="Lato"/>
              </a:rPr>
              <a:t>Pipes</a:t>
            </a:r>
            <a:endParaRPr b="0" lang="en-US" sz="1600" spc="-1" strike="noStrike">
              <a:solidFill>
                <a:srgbClr val="000000"/>
              </a:solidFill>
              <a:latin typeface="Arial"/>
            </a:endParaRPr>
          </a:p>
          <a:p>
            <a:pPr lvl="1" marL="905040" indent="-326520">
              <a:lnSpc>
                <a:spcPct val="115000"/>
              </a:lnSpc>
              <a:buClr>
                <a:srgbClr val="595959"/>
              </a:buClr>
              <a:buFont typeface="Lato"/>
              <a:buChar char="○"/>
            </a:pPr>
            <a:r>
              <a:rPr b="0" lang="el" sz="1600" spc="-1" strike="noStrike">
                <a:solidFill>
                  <a:schemeClr val="accent1"/>
                </a:solidFill>
                <a:latin typeface="Lato"/>
                <a:ea typeface="Lato"/>
              </a:rPr>
              <a:t>Message queues</a:t>
            </a:r>
            <a:endParaRPr b="0" lang="en-US" sz="1600" spc="-1" strike="noStrike">
              <a:solidFill>
                <a:srgbClr val="000000"/>
              </a:solidFill>
              <a:latin typeface="Arial"/>
            </a:endParaRPr>
          </a:p>
          <a:p>
            <a:pPr lvl="1" marL="905040" indent="-326520">
              <a:lnSpc>
                <a:spcPct val="115000"/>
              </a:lnSpc>
              <a:buClr>
                <a:srgbClr val="595959"/>
              </a:buClr>
              <a:buFont typeface="Lato"/>
              <a:buChar char="○"/>
            </a:pPr>
            <a:r>
              <a:rPr b="0" lang="el" sz="1600" spc="-1" strike="noStrike">
                <a:solidFill>
                  <a:schemeClr val="accent1"/>
                </a:solidFill>
                <a:latin typeface="Lato"/>
                <a:ea typeface="Lato"/>
              </a:rPr>
              <a:t>Shared memory</a:t>
            </a:r>
            <a:endParaRPr b="0" lang="en-US" sz="1600" spc="-1" strike="noStrike">
              <a:solidFill>
                <a:srgbClr val="000000"/>
              </a:solidFill>
              <a:latin typeface="Arial"/>
            </a:endParaRPr>
          </a:p>
          <a:p>
            <a:pPr lvl="1" marL="905040" indent="-326520">
              <a:lnSpc>
                <a:spcPct val="115000"/>
              </a:lnSpc>
              <a:buClr>
                <a:srgbClr val="595959"/>
              </a:buClr>
              <a:buFont typeface="Lato"/>
              <a:buChar char="○"/>
            </a:pPr>
            <a:r>
              <a:rPr b="0" lang="el" sz="1600" spc="-1" strike="noStrike">
                <a:solidFill>
                  <a:schemeClr val="accent1"/>
                </a:solidFill>
                <a:latin typeface="Lato"/>
                <a:ea typeface="Lato"/>
              </a:rPr>
              <a:t>Signals</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All solutions will have roughly the same outcome, however this will be achieved in significantly different ways, so, stay tuned…</a:t>
            </a:r>
            <a:endParaRPr b="0" lang="en-US" sz="1600" spc="-1" strike="noStrike">
              <a:solidFill>
                <a:srgbClr val="000000"/>
              </a:solidFill>
              <a:latin typeface="Arial"/>
            </a:endParaRPr>
          </a:p>
        </p:txBody>
      </p:sp>
      <p:sp>
        <p:nvSpPr>
          <p:cNvPr id="180" name="PlaceHolder 3"/>
          <p:cNvSpPr>
            <a:spLocks noGrp="1"/>
          </p:cNvSpPr>
          <p:nvPr>
            <p:ph type="sldNum" idx="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2A012866-C4DC-48C0-A03A-7314C834974F}" type="slidenum">
              <a:rPr b="0" lang="el" sz="1000" spc="-1" strike="noStrike">
                <a:solidFill>
                  <a:schemeClr val="accent1"/>
                </a:solidFill>
                <a:latin typeface="Lato"/>
                <a:ea typeface="Lato"/>
              </a:rPr>
              <a:t>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1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fill="hold" presetClass="entr" presetID="1">
                                  <p:stCondLst>
                                    <p:cond delay="0"/>
                                  </p:stCondLst>
                                  <p:childTnLst>
                                    <p:set>
                                      <p:cBhvr>
                                        <p:cTn id="10" dur="1" fill="hold">
                                          <p:stCondLst>
                                            <p:cond delay="0"/>
                                          </p:stCondLst>
                                        </p:cTn>
                                        <p:tgtEl>
                                          <p:spTgt spid="1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nodeType="clickEffect" fill="hold" presetClass="entr" presetID="1">
                                  <p:stCondLst>
                                    <p:cond delay="0"/>
                                  </p:stCondLst>
                                  <p:childTnLst>
                                    <p:set>
                                      <p:cBhvr>
                                        <p:cTn id="14" dur="1" fill="hold">
                                          <p:stCondLst>
                                            <p:cond delay="0"/>
                                          </p:stCondLst>
                                        </p:cTn>
                                        <p:tgtEl>
                                          <p:spTgt spid="1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nodeType="clickEffect" fill="hold" presetClass="entr" presetID="1">
                                  <p:stCondLst>
                                    <p:cond delay="0"/>
                                  </p:stCondLst>
                                  <p:childTnLst>
                                    <p:set>
                                      <p:cBhvr>
                                        <p:cTn id="18" dur="1" fill="hold">
                                          <p:stCondLst>
                                            <p:cond delay="0"/>
                                          </p:stCondLst>
                                        </p:cTn>
                                        <p:tgtEl>
                                          <p:spTgt spid="1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nodeType="clickEffect" fill="hold" presetClass="entr" presetID="1">
                                  <p:stCondLst>
                                    <p:cond delay="0"/>
                                  </p:stCondLst>
                                  <p:childTnLst>
                                    <p:set>
                                      <p:cBhvr>
                                        <p:cTn id="22" dur="1" fill="hold">
                                          <p:stCondLst>
                                            <p:cond delay="0"/>
                                          </p:stCondLst>
                                        </p:cTn>
                                        <p:tgtEl>
                                          <p:spTgt spid="17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nodeType="clickEffect" fill="hold" presetClass="entr" presetID="1">
                                  <p:stCondLst>
                                    <p:cond delay="0"/>
                                  </p:stCondLst>
                                  <p:childTnLst>
                                    <p:set>
                                      <p:cBhvr>
                                        <p:cTn id="26" dur="1" fill="hold">
                                          <p:stCondLst>
                                            <p:cond delay="0"/>
                                          </p:stCondLst>
                                        </p:cTn>
                                        <p:tgtEl>
                                          <p:spTgt spid="17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nodeType="clickEffect" fill="hold" presetClass="entr" presetID="1">
                                  <p:stCondLst>
                                    <p:cond delay="0"/>
                                  </p:stCondLst>
                                  <p:childTnLst>
                                    <p:set>
                                      <p:cBhvr>
                                        <p:cTn id="30" dur="1" fill="hold">
                                          <p:stCondLst>
                                            <p:cond delay="0"/>
                                          </p:stCondLst>
                                        </p:cTn>
                                        <p:tgtEl>
                                          <p:spTgt spid="179">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Pipes And Forks</a:t>
            </a:r>
            <a:endParaRPr b="0" lang="en-US" sz="2600" spc="-1" strike="noStrike">
              <a:solidFill>
                <a:srgbClr val="000000"/>
              </a:solidFill>
              <a:latin typeface="Arial"/>
            </a:endParaRPr>
          </a:p>
        </p:txBody>
      </p:sp>
      <p:sp>
        <p:nvSpPr>
          <p:cNvPr id="182" name="PlaceHolder 2"/>
          <p:cNvSpPr>
            <a:spLocks noGrp="1"/>
          </p:cNvSpPr>
          <p:nvPr>
            <p:ph/>
          </p:nvPr>
        </p:nvSpPr>
        <p:spPr>
          <a:xfrm>
            <a:off x="729360" y="1378080"/>
            <a:ext cx="7688520" cy="3765240"/>
          </a:xfrm>
          <a:prstGeom prst="rect">
            <a:avLst/>
          </a:prstGeom>
          <a:noFill/>
          <a:ln w="0">
            <a:noFill/>
          </a:ln>
        </p:spPr>
        <p:txBody>
          <a:bodyPr tIns="91440" bIns="91440" anchor="t">
            <a:normAutofit fontScale="69000"/>
          </a:bodyPr>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&lt;stdlib.h&gt;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&lt;sys/types.h&gt;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&lt;sys/wait.h&gt;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pipefd</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2</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pid_t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pipe</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pipefd</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 Child process</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close</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pipefd</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r>
              <a:rPr b="0" lang="el" sz="1050" spc="-1" strike="noStrike">
                <a:solidFill>
                  <a:srgbClr val="008000"/>
                </a:solidFill>
                <a:highlight>
                  <a:srgbClr val="ffffff"/>
                </a:highlight>
                <a:latin typeface="Courier New"/>
                <a:ea typeface="Courier New"/>
              </a:rPr>
              <a:t> // Close the write end</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char</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buffer</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100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read</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pipefd</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buffer</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100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"Child: </a:t>
            </a:r>
            <a:r>
              <a:rPr b="0" lang="el" sz="1050" spc="-1" strike="noStrike">
                <a:solidFill>
                  <a:srgbClr val="001080"/>
                </a:solidFill>
                <a:highlight>
                  <a:srgbClr val="ffffff"/>
                </a:highlight>
                <a:latin typeface="Courier New"/>
                <a:ea typeface="Courier New"/>
              </a:rPr>
              <a:t>%s</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buffer</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close</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pipefd</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else</a:t>
            </a: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 Parent process</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close</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pipefd</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r>
              <a:rPr b="0" lang="el" sz="1050" spc="-1" strike="noStrike">
                <a:solidFill>
                  <a:srgbClr val="008000"/>
                </a:solidFill>
                <a:highlight>
                  <a:srgbClr val="ffffff"/>
                </a:highlight>
                <a:latin typeface="Courier New"/>
                <a:ea typeface="Courier New"/>
              </a:rPr>
              <a:t> // Close the read end</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write</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pipefd</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"Parent!</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9</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close</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pipefd</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wait</a:t>
            </a:r>
            <a:r>
              <a:rPr b="0" lang="el" sz="1050" spc="-1" strike="noStrike">
                <a:solidFill>
                  <a:srgbClr val="000000"/>
                </a:solidFill>
                <a:highlight>
                  <a:srgbClr val="ffffff"/>
                </a:highlight>
                <a:latin typeface="Courier New"/>
                <a:ea typeface="Courier New"/>
              </a:rPr>
              <a:t>(</a:t>
            </a:r>
            <a:r>
              <a:rPr b="0" lang="el" sz="1050" spc="-1" strike="noStrike">
                <a:solidFill>
                  <a:srgbClr val="0000ff"/>
                </a:solidFill>
                <a:highlight>
                  <a:srgbClr val="ffffff"/>
                </a:highlight>
                <a:latin typeface="Courier New"/>
                <a:ea typeface="Courier New"/>
              </a:rPr>
              <a:t>NULL</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183" name="PlaceHolder 3"/>
          <p:cNvSpPr>
            <a:spLocks noGrp="1"/>
          </p:cNvSpPr>
          <p:nvPr>
            <p:ph type="sldNum" idx="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3442B80C-95A7-4CF8-BFAC-13ED03191C75}" type="slidenum">
              <a:rPr b="0" lang="el" sz="1000" spc="-1" strike="noStrike">
                <a:solidFill>
                  <a:schemeClr val="accent1"/>
                </a:solidFill>
                <a:latin typeface="Lato"/>
                <a:ea typeface="Lato"/>
              </a:rPr>
              <a:t>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Pipes In System Calls</a:t>
            </a:r>
            <a:endParaRPr b="0" lang="en-US" sz="2600" spc="-1" strike="noStrike">
              <a:solidFill>
                <a:srgbClr val="000000"/>
              </a:solidFill>
              <a:latin typeface="Arial"/>
            </a:endParaRPr>
          </a:p>
        </p:txBody>
      </p:sp>
      <p:sp>
        <p:nvSpPr>
          <p:cNvPr id="185" name="PlaceHolder 2"/>
          <p:cNvSpPr>
            <a:spLocks noGrp="1"/>
          </p:cNvSpPr>
          <p:nvPr>
            <p:ph/>
          </p:nvPr>
        </p:nvSpPr>
        <p:spPr>
          <a:xfrm>
            <a:off x="729360" y="1378080"/>
            <a:ext cx="7688520" cy="369396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Syntax: int pipe(int pipefd[2])</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pipe() creates a pipe, a unidirectional data channel that can be used for interprocess communication.</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The array pipefd is used to return two file descriptors referring to the ends of the pipe (e.g., sender / receiver).</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pipefd[0] refers to the read end of the pipe.  pipefd[1] refers to the write end of  the pipe.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Data  written to the write end of the pipe is buffered by the kernel until it is read from the read end of the pipe.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So, you should not worry about creating a buffer of your own when using pipe().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Returns 0 on success, -1 on failure.</a:t>
            </a:r>
            <a:endParaRPr b="0" lang="en-US" sz="1600" spc="-1" strike="noStrike">
              <a:solidFill>
                <a:srgbClr val="000000"/>
              </a:solidFill>
              <a:latin typeface="Arial"/>
            </a:endParaRPr>
          </a:p>
        </p:txBody>
      </p:sp>
      <p:sp>
        <p:nvSpPr>
          <p:cNvPr id="186" name="PlaceHolder 3"/>
          <p:cNvSpPr>
            <a:spLocks noGrp="1"/>
          </p:cNvSpPr>
          <p:nvPr>
            <p:ph type="sldNum" idx="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ECB69EF3-9578-4DAF-BBCA-1CE46EF9AD95}" type="slidenum">
              <a:rPr b="0" lang="el" sz="1000" spc="-1" strike="noStrike">
                <a:solidFill>
                  <a:schemeClr val="accent1"/>
                </a:solidFill>
                <a:latin typeface="Lato"/>
                <a:ea typeface="Lato"/>
              </a:rPr>
              <a:t>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1" dur="indefinite" restart="never" nodeType="tmRoot">
          <p:childTnLst>
            <p:seq>
              <p:cTn id="32" dur="indefinite" nodeType="mainSeq">
                <p:childTnLst>
                  <p:par>
                    <p:cTn id="33" fill="hold">
                      <p:stCondLst>
                        <p:cond delay="indefinite"/>
                      </p:stCondLst>
                      <p:childTnLst>
                        <p:par>
                          <p:cTn id="34" fill="hold">
                            <p:stCondLst>
                              <p:cond delay="0"/>
                            </p:stCondLst>
                            <p:childTnLst>
                              <p:par>
                                <p:cTn id="35" nodeType="clickEffect" fill="hold" presetClass="entr" presetID="1">
                                  <p:stCondLst>
                                    <p:cond delay="0"/>
                                  </p:stCondLst>
                                  <p:childTnLst>
                                    <p:set>
                                      <p:cBhvr>
                                        <p:cTn id="36" dur="1" fill="hold">
                                          <p:stCondLst>
                                            <p:cond delay="0"/>
                                          </p:stCondLst>
                                        </p:cTn>
                                        <p:tgtEl>
                                          <p:spTgt spid="185">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nodeType="clickEffect" fill="hold" presetClass="entr" presetID="1">
                                  <p:stCondLst>
                                    <p:cond delay="0"/>
                                  </p:stCondLst>
                                  <p:childTnLst>
                                    <p:set>
                                      <p:cBhvr>
                                        <p:cTn id="40" dur="1" fill="hold">
                                          <p:stCondLst>
                                            <p:cond delay="0"/>
                                          </p:stCondLst>
                                        </p:cTn>
                                        <p:tgtEl>
                                          <p:spTgt spid="185">
                                            <p:txEl>
                                              <p:pRg st="1" end="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nodeType="clickEffect" fill="hold" presetClass="entr" presetID="1">
                                  <p:stCondLst>
                                    <p:cond delay="0"/>
                                  </p:stCondLst>
                                  <p:childTnLst>
                                    <p:set>
                                      <p:cBhvr>
                                        <p:cTn id="44" dur="1" fill="hold">
                                          <p:stCondLst>
                                            <p:cond delay="0"/>
                                          </p:stCondLst>
                                        </p:cTn>
                                        <p:tgtEl>
                                          <p:spTgt spid="185">
                                            <p:txEl>
                                              <p:pRg st="2" end="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nodeType="clickEffect" fill="hold" presetClass="entr" presetID="1">
                                  <p:stCondLst>
                                    <p:cond delay="0"/>
                                  </p:stCondLst>
                                  <p:childTnLst>
                                    <p:set>
                                      <p:cBhvr>
                                        <p:cTn id="48" dur="1" fill="hold">
                                          <p:stCondLst>
                                            <p:cond delay="0"/>
                                          </p:stCondLst>
                                        </p:cTn>
                                        <p:tgtEl>
                                          <p:spTgt spid="185">
                                            <p:txEl>
                                              <p:pRg st="3" end="3"/>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nodeType="clickEffect" fill="hold" presetClass="entr" presetID="1">
                                  <p:stCondLst>
                                    <p:cond delay="0"/>
                                  </p:stCondLst>
                                  <p:childTnLst>
                                    <p:set>
                                      <p:cBhvr>
                                        <p:cTn id="52" dur="1" fill="hold">
                                          <p:stCondLst>
                                            <p:cond delay="0"/>
                                          </p:stCondLst>
                                        </p:cTn>
                                        <p:tgtEl>
                                          <p:spTgt spid="185">
                                            <p:txEl>
                                              <p:pRg st="4" end="4"/>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nodeType="clickEffect" fill="hold" presetClass="entr" presetID="1">
                                  <p:stCondLst>
                                    <p:cond delay="0"/>
                                  </p:stCondLst>
                                  <p:childTnLst>
                                    <p:set>
                                      <p:cBhvr>
                                        <p:cTn id="56" dur="1" fill="hold">
                                          <p:stCondLst>
                                            <p:cond delay="0"/>
                                          </p:stCondLst>
                                        </p:cTn>
                                        <p:tgtEl>
                                          <p:spTgt spid="185">
                                            <p:txEl>
                                              <p:pRg st="5" end="5"/>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nodeType="clickEffect" fill="hold" presetClass="entr" presetID="1">
                                  <p:stCondLst>
                                    <p:cond delay="0"/>
                                  </p:stCondLst>
                                  <p:childTnLst>
                                    <p:set>
                                      <p:cBhvr>
                                        <p:cTn id="60" dur="1" fill="hold">
                                          <p:stCondLst>
                                            <p:cond delay="0"/>
                                          </p:stCondLst>
                                        </p:cTn>
                                        <p:tgtEl>
                                          <p:spTgt spid="185">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Shared Memory</a:t>
            </a:r>
            <a:endParaRPr b="0" lang="en-US" sz="2600" spc="-1" strike="noStrike">
              <a:solidFill>
                <a:srgbClr val="000000"/>
              </a:solidFill>
              <a:latin typeface="Arial"/>
            </a:endParaRPr>
          </a:p>
        </p:txBody>
      </p:sp>
      <p:sp>
        <p:nvSpPr>
          <p:cNvPr id="188" name="PlaceHolder 2"/>
          <p:cNvSpPr>
            <a:spLocks noGrp="1"/>
          </p:cNvSpPr>
          <p:nvPr>
            <p:ph/>
          </p:nvPr>
        </p:nvSpPr>
        <p:spPr>
          <a:xfrm>
            <a:off x="729360" y="1378080"/>
            <a:ext cx="3842280" cy="3765240"/>
          </a:xfrm>
          <a:prstGeom prst="rect">
            <a:avLst/>
          </a:prstGeom>
          <a:noFill/>
          <a:ln w="0">
            <a:noFill/>
          </a:ln>
        </p:spPr>
        <p:txBody>
          <a:bodyPr tIns="91440" bIns="91440" anchor="t">
            <a:normAutofit fontScale="82000"/>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source/shmem_001.c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&lt;stdlib.h&gt;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&lt;sys/types.h&gt;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&lt;sys/ipc.h&gt;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&lt;sys/shm.h&gt;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&lt;string.h&gt;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#define</a:t>
            </a:r>
            <a:r>
              <a:rPr b="0" lang="el" sz="1050" spc="-1" strike="noStrike">
                <a:solidFill>
                  <a:srgbClr val="0000ff"/>
                </a:solidFill>
                <a:highlight>
                  <a:srgbClr val="ffffff"/>
                </a:highlight>
                <a:latin typeface="Courier New"/>
                <a:ea typeface="Courier New"/>
              </a:rPr>
              <a:t> SHM_KEY </a:t>
            </a:r>
            <a:r>
              <a:rPr b="0" lang="el" sz="1050" spc="-1" strike="noStrike">
                <a:solidFill>
                  <a:srgbClr val="098658"/>
                </a:solidFill>
                <a:highlight>
                  <a:srgbClr val="ffffff"/>
                </a:highlight>
                <a:latin typeface="Courier New"/>
                <a:ea typeface="Courier New"/>
              </a:rPr>
              <a:t>1234</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#define</a:t>
            </a:r>
            <a:r>
              <a:rPr b="0" lang="el" sz="1050" spc="-1" strike="noStrike">
                <a:solidFill>
                  <a:srgbClr val="0000ff"/>
                </a:solidFill>
                <a:highlight>
                  <a:srgbClr val="ffffff"/>
                </a:highlight>
                <a:latin typeface="Courier New"/>
                <a:ea typeface="Courier New"/>
              </a:rPr>
              <a:t> SHM_SIZE </a:t>
            </a:r>
            <a:r>
              <a:rPr b="0" lang="el" sz="1050" spc="-1" strike="noStrike">
                <a:solidFill>
                  <a:srgbClr val="098658"/>
                </a:solidFill>
                <a:highlight>
                  <a:srgbClr val="ffffff"/>
                </a:highlight>
                <a:latin typeface="Courier New"/>
                <a:ea typeface="Courier New"/>
              </a:rPr>
              <a:t>1024</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shmid</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char</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shm_addr</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pid_t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Create a shared memory segment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shmid</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shmget</a:t>
            </a:r>
            <a:r>
              <a:rPr b="0" lang="el" sz="1050" spc="-1" strike="noStrike">
                <a:solidFill>
                  <a:srgbClr val="000000"/>
                </a:solidFill>
                <a:highlight>
                  <a:srgbClr val="ffffff"/>
                </a:highlight>
                <a:latin typeface="Courier New"/>
                <a:ea typeface="Courier New"/>
              </a:rPr>
              <a:t>(</a:t>
            </a:r>
            <a:r>
              <a:rPr b="0" lang="el" sz="1050" spc="-1" strike="noStrike">
                <a:solidFill>
                  <a:srgbClr val="0000ff"/>
                </a:solidFill>
                <a:highlight>
                  <a:srgbClr val="ffffff"/>
                </a:highlight>
                <a:latin typeface="Courier New"/>
                <a:ea typeface="Courier New"/>
              </a:rPr>
              <a:t>SHM_KEY</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SHM_SIZE</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IPC_CREAT</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0666</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shmid</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perror</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"shmget"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exit</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Continued right...</a:t>
            </a:r>
            <a:endParaRPr b="0" lang="en-US" sz="1050" spc="-1" strike="noStrike">
              <a:solidFill>
                <a:srgbClr val="000000"/>
              </a:solidFill>
              <a:latin typeface="Arial"/>
            </a:endParaRPr>
          </a:p>
        </p:txBody>
      </p:sp>
      <p:sp>
        <p:nvSpPr>
          <p:cNvPr id="189" name="PlaceHolder 3"/>
          <p:cNvSpPr>
            <a:spLocks noGrp="1"/>
          </p:cNvSpPr>
          <p:nvPr>
            <p:ph type="sldNum" idx="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BEDD88FB-33CA-4C86-B7D7-D2F1AA6155D1}" type="slidenum">
              <a:rPr b="0" lang="el" sz="1000" spc="-1" strike="noStrike">
                <a:solidFill>
                  <a:schemeClr val="accent1"/>
                </a:solidFill>
                <a:latin typeface="Lato"/>
                <a:ea typeface="Lato"/>
              </a:rPr>
              <a:t>6</a:t>
            </a:fld>
            <a:endParaRPr b="0" lang="en-US" sz="1000" spc="-1" strike="noStrike">
              <a:solidFill>
                <a:srgbClr val="000000"/>
              </a:solidFill>
              <a:latin typeface="Times New Roman"/>
            </a:endParaRPr>
          </a:p>
        </p:txBody>
      </p:sp>
      <p:sp>
        <p:nvSpPr>
          <p:cNvPr id="190" name="PlaceHolder 4"/>
          <p:cNvSpPr>
            <a:spLocks noGrp="1"/>
          </p:cNvSpPr>
          <p:nvPr>
            <p:ph/>
          </p:nvPr>
        </p:nvSpPr>
        <p:spPr>
          <a:xfrm>
            <a:off x="4748760" y="1378080"/>
            <a:ext cx="3842280" cy="3765240"/>
          </a:xfrm>
          <a:prstGeom prst="rect">
            <a:avLst/>
          </a:prstGeom>
          <a:noFill/>
          <a:ln w="0">
            <a:noFill/>
          </a:ln>
        </p:spPr>
        <p:txBody>
          <a:bodyPr tIns="91440" bIns="91440" anchor="t">
            <a:normAutofit fontScale="79000"/>
          </a:bodyPr>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Attach the shared memory segment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shm_addr</a:t>
            </a:r>
            <a:r>
              <a:rPr b="0" lang="el" sz="1050" spc="-1" strike="noStrike">
                <a:solidFill>
                  <a:srgbClr val="000000"/>
                </a:solidFill>
                <a:highlight>
                  <a:srgbClr val="ffffff"/>
                </a:highlight>
                <a:latin typeface="Courier New"/>
                <a:ea typeface="Courier New"/>
              </a:rPr>
              <a:t> = (</a:t>
            </a:r>
            <a:r>
              <a:rPr b="0" lang="el" sz="1050" spc="-1" strike="noStrike">
                <a:solidFill>
                  <a:srgbClr val="0000ff"/>
                </a:solidFill>
                <a:highlight>
                  <a:srgbClr val="ffffff"/>
                </a:highlight>
                <a:latin typeface="Courier New"/>
                <a:ea typeface="Courier New"/>
              </a:rPr>
              <a:t>char</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shmat</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shmid</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NULL</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br>
              <a:rPr sz="1050"/>
            </a:br>
            <a:r>
              <a:rPr b="0" lang="el" sz="1050" spc="-1" strike="noStrike">
                <a:solidFill>
                  <a:srgbClr val="af00db"/>
                </a:solidFill>
                <a:highlight>
                  <a:srgbClr val="ffffff"/>
                </a:highlight>
                <a:latin typeface="Courier New"/>
                <a:ea typeface="Courier New"/>
              </a:rPr>
              <a:t>   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shm_addr</a:t>
            </a:r>
            <a:r>
              <a:rPr b="0" lang="el" sz="1050" spc="-1" strike="noStrike">
                <a:solidFill>
                  <a:srgbClr val="000000"/>
                </a:solidFill>
                <a:highlight>
                  <a:srgbClr val="ffffff"/>
                </a:highlight>
                <a:latin typeface="Courier New"/>
                <a:ea typeface="Courier New"/>
              </a:rPr>
              <a:t> == (</a:t>
            </a:r>
            <a:r>
              <a:rPr b="0" lang="el" sz="1050" spc="-1" strike="noStrike">
                <a:solidFill>
                  <a:srgbClr val="0000ff"/>
                </a:solidFill>
                <a:highlight>
                  <a:srgbClr val="ffffff"/>
                </a:highlight>
                <a:latin typeface="Courier New"/>
                <a:ea typeface="Courier New"/>
              </a:rPr>
              <a:t>char</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perror</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"shmat"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exit</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br>
              <a:rPr sz="1050"/>
            </a:br>
            <a:r>
              <a:rPr b="0" lang="el" sz="1050" spc="-1" strike="noStrike">
                <a:solidFill>
                  <a:srgbClr val="001080"/>
                </a:solidFill>
                <a:highlight>
                  <a:srgbClr val="ffffff"/>
                </a:highlight>
                <a:latin typeface="Courier New"/>
                <a:ea typeface="Courier New"/>
              </a:rPr>
              <a:t>   pid</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 Child process</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Read from shared memory</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"Child process: </a:t>
            </a:r>
            <a:r>
              <a:rPr b="0" lang="el" sz="1050" spc="-1" strike="noStrike">
                <a:solidFill>
                  <a:srgbClr val="001080"/>
                </a:solidFill>
                <a:highlight>
                  <a:srgbClr val="ffffff"/>
                </a:highlight>
                <a:latin typeface="Courier New"/>
                <a:ea typeface="Courier New"/>
              </a:rPr>
              <a:t>%s</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shm_addr</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else</a:t>
            </a: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 Parent process</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Write to shared memory</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strcpy</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shm_addr</a:t>
            </a:r>
            <a:r>
              <a:rPr b="0" lang="el" sz="1050" spc="-1" strike="noStrike">
                <a:solidFill>
                  <a:srgbClr val="000000"/>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"Parent process!"</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Detach the shared memory segment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shmdt</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shm_addr</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Remove the shared memory segment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shmctl</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shmid</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IPC_RMID</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NULL</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shmget()</a:t>
            </a:r>
            <a:endParaRPr b="0" lang="en-US" sz="2600" spc="-1" strike="noStrike">
              <a:solidFill>
                <a:srgbClr val="000000"/>
              </a:solidFill>
              <a:latin typeface="Arial"/>
            </a:endParaRPr>
          </a:p>
        </p:txBody>
      </p:sp>
      <p:sp>
        <p:nvSpPr>
          <p:cNvPr id="192"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To access shmget → </a:t>
            </a:r>
            <a:r>
              <a:rPr b="1" lang="el" sz="1600" spc="-1" strike="noStrike">
                <a:solidFill>
                  <a:schemeClr val="accent1"/>
                </a:solidFill>
                <a:latin typeface="Lato"/>
                <a:ea typeface="Lato"/>
              </a:rPr>
              <a:t>#include &lt;sys/shm.h&gt;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Syntax: int shmget(key_t key, size_t size, int shmflg)</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shmget()  returns  the identifier of the System V shared memory segment associated with the value of the argument key.</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It may be  used  either to  obtain the identifier of a previously created shared memory segment (when shmflg is zero and key does not have the value  IPC_PRIVATE),  or to create a new set.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A  new  shared  memory  segment,  with  size equal to the value of size rounded up to a multiple of PAGE_SIZE, is created if key has the  value IPC_PRIVATE  or  key isn't IPC_PRIVATE, no shared memory segment corresponding to key exists, and IPC_CREAT is specified in shmflg.</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Returns a valid shared memory id on success, or -1 on failure.</a:t>
            </a:r>
            <a:endParaRPr b="0" lang="en-US" sz="1600" spc="-1" strike="noStrike">
              <a:solidFill>
                <a:srgbClr val="000000"/>
              </a:solidFill>
              <a:latin typeface="Arial"/>
            </a:endParaRPr>
          </a:p>
        </p:txBody>
      </p:sp>
      <p:sp>
        <p:nvSpPr>
          <p:cNvPr id="193" name="PlaceHolder 3"/>
          <p:cNvSpPr>
            <a:spLocks noGrp="1"/>
          </p:cNvSpPr>
          <p:nvPr>
            <p:ph type="sldNum" idx="1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3EAC95F8-99B7-4E59-9E6D-D3631335CCE7}" type="slidenum">
              <a:rPr b="0" lang="el" sz="1000" spc="-1" strike="noStrike">
                <a:solidFill>
                  <a:schemeClr val="accent1"/>
                </a:solidFill>
                <a:latin typeface="Lato"/>
                <a:ea typeface="Lato"/>
              </a:rPr>
              <a:t>7</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61" dur="indefinite" restart="never" nodeType="tmRoot">
          <p:childTnLst>
            <p:seq>
              <p:cTn id="62" dur="indefinite" nodeType="mainSeq">
                <p:childTnLst>
                  <p:par>
                    <p:cTn id="63" fill="hold">
                      <p:stCondLst>
                        <p:cond delay="indefinite"/>
                      </p:stCondLst>
                      <p:childTnLst>
                        <p:par>
                          <p:cTn id="64" fill="hold">
                            <p:stCondLst>
                              <p:cond delay="0"/>
                            </p:stCondLst>
                            <p:childTnLst>
                              <p:par>
                                <p:cTn id="65" nodeType="clickEffect" fill="hold" presetClass="entr" presetID="1">
                                  <p:stCondLst>
                                    <p:cond delay="0"/>
                                  </p:stCondLst>
                                  <p:childTnLst>
                                    <p:set>
                                      <p:cBhvr>
                                        <p:cTn id="66" dur="1" fill="hold">
                                          <p:stCondLst>
                                            <p:cond delay="0"/>
                                          </p:stCondLst>
                                        </p:cTn>
                                        <p:tgtEl>
                                          <p:spTgt spid="192">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nodeType="clickEffect" fill="hold" presetClass="entr" presetID="1">
                                  <p:stCondLst>
                                    <p:cond delay="0"/>
                                  </p:stCondLst>
                                  <p:childTnLst>
                                    <p:set>
                                      <p:cBhvr>
                                        <p:cTn id="70" dur="1" fill="hold">
                                          <p:stCondLst>
                                            <p:cond delay="0"/>
                                          </p:stCondLst>
                                        </p:cTn>
                                        <p:tgtEl>
                                          <p:spTgt spid="192">
                                            <p:txEl>
                                              <p:pRg st="1" end="1"/>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nodeType="clickEffect" fill="hold" presetClass="entr" presetID="1">
                                  <p:stCondLst>
                                    <p:cond delay="0"/>
                                  </p:stCondLst>
                                  <p:childTnLst>
                                    <p:set>
                                      <p:cBhvr>
                                        <p:cTn id="74" dur="1" fill="hold">
                                          <p:stCondLst>
                                            <p:cond delay="0"/>
                                          </p:stCondLst>
                                        </p:cTn>
                                        <p:tgtEl>
                                          <p:spTgt spid="192">
                                            <p:txEl>
                                              <p:pRg st="2" end="2"/>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nodeType="clickEffect" fill="hold" presetClass="entr" presetID="1">
                                  <p:stCondLst>
                                    <p:cond delay="0"/>
                                  </p:stCondLst>
                                  <p:childTnLst>
                                    <p:set>
                                      <p:cBhvr>
                                        <p:cTn id="78" dur="1" fill="hold">
                                          <p:stCondLst>
                                            <p:cond delay="0"/>
                                          </p:stCondLst>
                                        </p:cTn>
                                        <p:tgtEl>
                                          <p:spTgt spid="192">
                                            <p:txEl>
                                              <p:pRg st="3" end="3"/>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nodeType="clickEffect" fill="hold" presetClass="entr" presetID="1">
                                  <p:stCondLst>
                                    <p:cond delay="0"/>
                                  </p:stCondLst>
                                  <p:childTnLst>
                                    <p:set>
                                      <p:cBhvr>
                                        <p:cTn id="82" dur="1" fill="hold">
                                          <p:stCondLst>
                                            <p:cond delay="0"/>
                                          </p:stCondLst>
                                        </p:cTn>
                                        <p:tgtEl>
                                          <p:spTgt spid="192">
                                            <p:txEl>
                                              <p:pRg st="4" end="4"/>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nodeType="clickEffect" fill="hold" presetClass="entr" presetID="1">
                                  <p:stCondLst>
                                    <p:cond delay="0"/>
                                  </p:stCondLst>
                                  <p:childTnLst>
                                    <p:set>
                                      <p:cBhvr>
                                        <p:cTn id="86" dur="1" fill="hold">
                                          <p:stCondLst>
                                            <p:cond delay="0"/>
                                          </p:stCondLst>
                                        </p:cTn>
                                        <p:tgtEl>
                                          <p:spTgt spid="192">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shmat()</a:t>
            </a:r>
            <a:endParaRPr b="0" lang="en-US" sz="2600" spc="-1" strike="noStrike">
              <a:solidFill>
                <a:srgbClr val="000000"/>
              </a:solidFill>
              <a:latin typeface="Arial"/>
            </a:endParaRPr>
          </a:p>
        </p:txBody>
      </p:sp>
      <p:sp>
        <p:nvSpPr>
          <p:cNvPr id="195" name="PlaceHolder 2"/>
          <p:cNvSpPr>
            <a:spLocks noGrp="1"/>
          </p:cNvSpPr>
          <p:nvPr>
            <p:ph/>
          </p:nvPr>
        </p:nvSpPr>
        <p:spPr>
          <a:xfrm>
            <a:off x="729360" y="1378080"/>
            <a:ext cx="7688520" cy="35449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Syntax: void *shmat(int shmid, const void *_Nullable shmaddr, int shmflg)</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shmat() attaches the System V shared memory segment identified by shmid to the address space of the calling process.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The attaching address is specified by shmaddr with one of the following criteria:</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If  shmaddr  is  NULL,  the system chooses a suitable (unused) page-aligned address to attach the segment;</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If shmaddr isn't NULL and SHM_RND is specified in shmflg, the attachment occurs  at  the address equal to shmaddr rounded down to the nearest multiple of SHMLBA.</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Otherwise, shmaddr must be a page-aligned address at which  the  attachment occurs.</a:t>
            </a:r>
            <a:endParaRPr b="0" lang="en-US" sz="1600" spc="-1" strike="noStrike">
              <a:solidFill>
                <a:srgbClr val="000000"/>
              </a:solidFill>
              <a:latin typeface="Arial"/>
            </a:endParaRPr>
          </a:p>
        </p:txBody>
      </p:sp>
      <p:sp>
        <p:nvSpPr>
          <p:cNvPr id="196" name="PlaceHolder 3"/>
          <p:cNvSpPr>
            <a:spLocks noGrp="1"/>
          </p:cNvSpPr>
          <p:nvPr>
            <p:ph type="sldNum" idx="1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5D6305DB-AD8E-4410-A4FD-CB76C017AB14}" type="slidenum">
              <a:rPr b="0" lang="el" sz="1000" spc="-1" strike="noStrike">
                <a:solidFill>
                  <a:schemeClr val="accent1"/>
                </a:solidFill>
                <a:latin typeface="Lato"/>
                <a:ea typeface="Lato"/>
              </a:rPr>
              <a:t>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87" dur="indefinite" restart="never" nodeType="tmRoot">
          <p:childTnLst>
            <p:seq>
              <p:cTn id="88" dur="indefinite" nodeType="mainSeq">
                <p:childTnLst>
                  <p:par>
                    <p:cTn id="89" fill="hold">
                      <p:stCondLst>
                        <p:cond delay="indefinite"/>
                      </p:stCondLst>
                      <p:childTnLst>
                        <p:par>
                          <p:cTn id="90" fill="hold">
                            <p:stCondLst>
                              <p:cond delay="0"/>
                            </p:stCondLst>
                            <p:childTnLst>
                              <p:par>
                                <p:cTn id="91" nodeType="clickEffect" fill="hold" presetClass="entr" presetID="1">
                                  <p:stCondLst>
                                    <p:cond delay="0"/>
                                  </p:stCondLst>
                                  <p:childTnLst>
                                    <p:set>
                                      <p:cBhvr>
                                        <p:cTn id="92" dur="1" fill="hold">
                                          <p:stCondLst>
                                            <p:cond delay="0"/>
                                          </p:stCondLst>
                                        </p:cTn>
                                        <p:tgtEl>
                                          <p:spTgt spid="195">
                                            <p:txEl>
                                              <p:pRg st="0" end="0"/>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nodeType="clickEffect" fill="hold" presetClass="entr" presetID="1">
                                  <p:stCondLst>
                                    <p:cond delay="0"/>
                                  </p:stCondLst>
                                  <p:childTnLst>
                                    <p:set>
                                      <p:cBhvr>
                                        <p:cTn id="96" dur="1" fill="hold">
                                          <p:stCondLst>
                                            <p:cond delay="0"/>
                                          </p:stCondLst>
                                        </p:cTn>
                                        <p:tgtEl>
                                          <p:spTgt spid="195">
                                            <p:txEl>
                                              <p:pRg st="1" end="1"/>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nodeType="clickEffect" fill="hold" presetClass="entr" presetID="1">
                                  <p:stCondLst>
                                    <p:cond delay="0"/>
                                  </p:stCondLst>
                                  <p:childTnLst>
                                    <p:set>
                                      <p:cBhvr>
                                        <p:cTn id="100" dur="1" fill="hold">
                                          <p:stCondLst>
                                            <p:cond delay="0"/>
                                          </p:stCondLst>
                                        </p:cTn>
                                        <p:tgtEl>
                                          <p:spTgt spid="195">
                                            <p:txEl>
                                              <p:pRg st="2" end="2"/>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nodeType="clickEffect" fill="hold" presetClass="entr" presetID="1">
                                  <p:stCondLst>
                                    <p:cond delay="0"/>
                                  </p:stCondLst>
                                  <p:childTnLst>
                                    <p:set>
                                      <p:cBhvr>
                                        <p:cTn id="104" dur="1" fill="hold">
                                          <p:stCondLst>
                                            <p:cond delay="0"/>
                                          </p:stCondLst>
                                        </p:cTn>
                                        <p:tgtEl>
                                          <p:spTgt spid="195">
                                            <p:txEl>
                                              <p:pRg st="3" end="3"/>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nodeType="clickEffect" fill="hold" presetClass="entr" presetID="1">
                                  <p:stCondLst>
                                    <p:cond delay="0"/>
                                  </p:stCondLst>
                                  <p:childTnLst>
                                    <p:set>
                                      <p:cBhvr>
                                        <p:cTn id="108" dur="1" fill="hold">
                                          <p:stCondLst>
                                            <p:cond delay="0"/>
                                          </p:stCondLst>
                                        </p:cTn>
                                        <p:tgtEl>
                                          <p:spTgt spid="195">
                                            <p:txEl>
                                              <p:pRg st="4" end="4"/>
                                            </p:txEl>
                                          </p:spTgt>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nodeType="clickEffect" fill="hold" presetClass="entr" presetID="1">
                                  <p:stCondLst>
                                    <p:cond delay="0"/>
                                  </p:stCondLst>
                                  <p:childTnLst>
                                    <p:set>
                                      <p:cBhvr>
                                        <p:cTn id="112" dur="1" fill="hold">
                                          <p:stCondLst>
                                            <p:cond delay="0"/>
                                          </p:stCondLst>
                                        </p:cTn>
                                        <p:tgtEl>
                                          <p:spTgt spid="195">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shmdt()</a:t>
            </a:r>
            <a:endParaRPr b="0" lang="en-US" sz="2600" spc="-1" strike="noStrike">
              <a:solidFill>
                <a:srgbClr val="000000"/>
              </a:solidFill>
              <a:latin typeface="Arial"/>
            </a:endParaRPr>
          </a:p>
        </p:txBody>
      </p:sp>
      <p:sp>
        <p:nvSpPr>
          <p:cNvPr id="198"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Syntax: int shmdt(const void *shmaddr);</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shmdt() detaches the shared memory segment located at the address specified by shmaddr from the address space of the  calling  process.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The to-be-detached segment must be currently attached with shmaddr equal to the value returned by the attaching shmat() call.</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On a successful shmdt() call, the system updates the members of the shmid_ds  structure associated with the shared memory segment as follows: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shm_dtime is set to the current time.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shm_lpid is set to the process-ID of the calling process.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shm_nattch is decremented by one.  If it becomes 0 and  the segment is marked for deletion, the segment is deleted.</a:t>
            </a:r>
            <a:endParaRPr b="0" lang="en-US" sz="1600" spc="-1" strike="noStrike">
              <a:solidFill>
                <a:srgbClr val="000000"/>
              </a:solidFill>
              <a:latin typeface="Arial"/>
            </a:endParaRPr>
          </a:p>
        </p:txBody>
      </p:sp>
      <p:sp>
        <p:nvSpPr>
          <p:cNvPr id="199" name="PlaceHolder 3"/>
          <p:cNvSpPr>
            <a:spLocks noGrp="1"/>
          </p:cNvSpPr>
          <p:nvPr>
            <p:ph type="sldNum" idx="1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0F24DFDE-6855-4145-A72E-DD64584705E9}" type="slidenum">
              <a:rPr b="0" lang="el" sz="1000" spc="-1" strike="noStrike">
                <a:solidFill>
                  <a:schemeClr val="accent1"/>
                </a:solidFill>
                <a:latin typeface="Lato"/>
                <a:ea typeface="Lato"/>
              </a:rPr>
              <a:t>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13" dur="indefinite" restart="never" nodeType="tmRoot">
          <p:childTnLst>
            <p:seq>
              <p:cTn id="114" dur="indefinite" nodeType="mainSeq">
                <p:childTnLst>
                  <p:par>
                    <p:cTn id="115" fill="hold">
                      <p:stCondLst>
                        <p:cond delay="indefinite"/>
                      </p:stCondLst>
                      <p:childTnLst>
                        <p:par>
                          <p:cTn id="116" fill="hold">
                            <p:stCondLst>
                              <p:cond delay="0"/>
                            </p:stCondLst>
                            <p:childTnLst>
                              <p:par>
                                <p:cTn id="117" nodeType="clickEffect" fill="hold" presetClass="entr" presetID="1">
                                  <p:stCondLst>
                                    <p:cond delay="0"/>
                                  </p:stCondLst>
                                  <p:childTnLst>
                                    <p:set>
                                      <p:cBhvr>
                                        <p:cTn id="118" dur="1" fill="hold">
                                          <p:stCondLst>
                                            <p:cond delay="0"/>
                                          </p:stCondLst>
                                        </p:cTn>
                                        <p:tgtEl>
                                          <p:spTgt spid="198">
                                            <p:txEl>
                                              <p:pRg st="0" end="0"/>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nodeType="clickEffect" fill="hold" presetClass="entr" presetID="1">
                                  <p:stCondLst>
                                    <p:cond delay="0"/>
                                  </p:stCondLst>
                                  <p:childTnLst>
                                    <p:set>
                                      <p:cBhvr>
                                        <p:cTn id="122" dur="1" fill="hold">
                                          <p:stCondLst>
                                            <p:cond delay="0"/>
                                          </p:stCondLst>
                                        </p:cTn>
                                        <p:tgtEl>
                                          <p:spTgt spid="198">
                                            <p:txEl>
                                              <p:pRg st="1" end="1"/>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nodeType="clickEffect" fill="hold" presetClass="entr" presetID="1">
                                  <p:stCondLst>
                                    <p:cond delay="0"/>
                                  </p:stCondLst>
                                  <p:childTnLst>
                                    <p:set>
                                      <p:cBhvr>
                                        <p:cTn id="126" dur="1" fill="hold">
                                          <p:stCondLst>
                                            <p:cond delay="0"/>
                                          </p:stCondLst>
                                        </p:cTn>
                                        <p:tgtEl>
                                          <p:spTgt spid="198">
                                            <p:txEl>
                                              <p:pRg st="2" end="2"/>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nodeType="clickEffect" fill="hold" presetClass="entr" presetID="1">
                                  <p:stCondLst>
                                    <p:cond delay="0"/>
                                  </p:stCondLst>
                                  <p:childTnLst>
                                    <p:set>
                                      <p:cBhvr>
                                        <p:cTn id="130" dur="1" fill="hold">
                                          <p:stCondLst>
                                            <p:cond delay="0"/>
                                          </p:stCondLst>
                                        </p:cTn>
                                        <p:tgtEl>
                                          <p:spTgt spid="198">
                                            <p:txEl>
                                              <p:pRg st="3" end="3"/>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nodeType="clickEffect" fill="hold" presetClass="entr" presetID="1">
                                  <p:stCondLst>
                                    <p:cond delay="0"/>
                                  </p:stCondLst>
                                  <p:childTnLst>
                                    <p:set>
                                      <p:cBhvr>
                                        <p:cTn id="134" dur="1" fill="hold">
                                          <p:stCondLst>
                                            <p:cond delay="0"/>
                                          </p:stCondLst>
                                        </p:cTn>
                                        <p:tgtEl>
                                          <p:spTgt spid="198">
                                            <p:txEl>
                                              <p:pRg st="4" end="4"/>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nodeType="clickEffect" fill="hold" presetClass="entr" presetID="1">
                                  <p:stCondLst>
                                    <p:cond delay="0"/>
                                  </p:stCondLst>
                                  <p:childTnLst>
                                    <p:set>
                                      <p:cBhvr>
                                        <p:cTn id="138" dur="1" fill="hold">
                                          <p:stCondLst>
                                            <p:cond delay="0"/>
                                          </p:stCondLst>
                                        </p:cTn>
                                        <p:tgtEl>
                                          <p:spTgt spid="198">
                                            <p:txEl>
                                              <p:pRg st="5" end="5"/>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nodeType="clickEffect" fill="hold" presetClass="entr" presetID="1">
                                  <p:stCondLst>
                                    <p:cond delay="0"/>
                                  </p:stCondLst>
                                  <p:childTnLst>
                                    <p:set>
                                      <p:cBhvr>
                                        <p:cTn id="142" dur="1" fill="hold">
                                          <p:stCondLst>
                                            <p:cond delay="0"/>
                                          </p:stCondLst>
                                        </p:cTn>
                                        <p:tgtEl>
                                          <p:spTgt spid="198">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shmctl()</a:t>
            </a:r>
            <a:endParaRPr b="0" lang="en-US" sz="2600" spc="-1" strike="noStrike">
              <a:solidFill>
                <a:srgbClr val="000000"/>
              </a:solidFill>
              <a:latin typeface="Arial"/>
            </a:endParaRPr>
          </a:p>
        </p:txBody>
      </p:sp>
      <p:sp>
        <p:nvSpPr>
          <p:cNvPr id="201"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Syntax: int shmctl(int shmid, int cmd, struct shmid_ds *buf);</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shmctl()  performs  the  control operation specified by cmd on the System V shared memory segment whose identifier is given in shmid.</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The buf argument is a pointer to a  shmid_ds  structure.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Typical values for cmd are: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IPC_INFO (Linux-specific): Return  information  about  system-wide shared memory limits and parameters in the structure pointed to by buf.</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SHM_INFO (Linux-specific): Return  a  shm_info  structure  whose fields contain information about system resources consumed by shared memory.</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SHM_STAT (Linux-specific): Return a shmid_ds structure as for IPC_STAT.  </a:t>
            </a:r>
            <a:endParaRPr b="0" lang="en-US" sz="1600" spc="-1" strike="noStrike">
              <a:solidFill>
                <a:srgbClr val="000000"/>
              </a:solidFill>
              <a:latin typeface="Arial"/>
            </a:endParaRPr>
          </a:p>
          <a:p>
            <a:pPr lvl="2" marL="1371600" indent="-298440">
              <a:lnSpc>
                <a:spcPct val="115000"/>
              </a:lnSpc>
              <a:buClr>
                <a:srgbClr val="595959"/>
              </a:buClr>
              <a:buFont typeface="Lato"/>
              <a:buChar char="■"/>
            </a:pPr>
            <a:r>
              <a:rPr b="0" lang="el" sz="1100" spc="-1" strike="noStrike">
                <a:solidFill>
                  <a:schemeClr val="accent1"/>
                </a:solidFill>
                <a:latin typeface="Lato"/>
                <a:ea typeface="Lato"/>
              </a:rPr>
              <a:t>However, the shmid</a:t>
            </a:r>
            <a:r>
              <a:rPr b="0" lang="el" sz="1100" spc="-1" strike="noStrike">
                <a:solidFill>
                  <a:schemeClr val="accent1"/>
                </a:solidFill>
                <a:latin typeface="Lato"/>
                <a:ea typeface="Lato"/>
              </a:rPr>
              <a:t>	</a:t>
            </a:r>
            <a:r>
              <a:rPr b="0" lang="el" sz="1100" spc="-1" strike="noStrike">
                <a:solidFill>
                  <a:schemeClr val="accent1"/>
                </a:solidFill>
                <a:latin typeface="Lato"/>
                <a:ea typeface="Lato"/>
              </a:rPr>
              <a:t>argument  is not a segment identifier, but instead an index into</a:t>
            </a:r>
            <a:r>
              <a:rPr b="0" lang="el" sz="1100" spc="-1" strike="noStrike">
                <a:solidFill>
                  <a:schemeClr val="accent1"/>
                </a:solidFill>
                <a:latin typeface="Lato"/>
                <a:ea typeface="Lato"/>
              </a:rPr>
              <a:t>	</a:t>
            </a:r>
            <a:r>
              <a:rPr b="0" lang="el" sz="1100" spc="-1" strike="noStrike">
                <a:solidFill>
                  <a:schemeClr val="accent1"/>
                </a:solidFill>
                <a:latin typeface="Lato"/>
                <a:ea typeface="Lato"/>
              </a:rPr>
              <a:t>the kernel's internal array that maintains information about all shared memory segments on the system.</a:t>
            </a:r>
            <a:endParaRPr b="0" lang="en-US" sz="1100" spc="-1" strike="noStrike">
              <a:solidFill>
                <a:srgbClr val="000000"/>
              </a:solidFill>
              <a:latin typeface="Arial"/>
            </a:endParaRPr>
          </a:p>
        </p:txBody>
      </p:sp>
      <p:sp>
        <p:nvSpPr>
          <p:cNvPr id="202" name="PlaceHolder 3"/>
          <p:cNvSpPr>
            <a:spLocks noGrp="1"/>
          </p:cNvSpPr>
          <p:nvPr>
            <p:ph type="sldNum" idx="1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D9C1DF30-2DEB-4ED2-AA8B-13F14791234B}" type="slidenum">
              <a:rPr b="0" lang="el" sz="1000" spc="-1" strike="noStrike">
                <a:solidFill>
                  <a:schemeClr val="accent1"/>
                </a:solidFill>
                <a:latin typeface="Lato"/>
                <a:ea typeface="Lato"/>
              </a:rPr>
              <a:t>10</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43" dur="indefinite" restart="never" nodeType="tmRoot">
          <p:childTnLst>
            <p:seq>
              <p:cTn id="144" dur="indefinite" nodeType="mainSeq">
                <p:childTnLst>
                  <p:par>
                    <p:cTn id="145" fill="hold">
                      <p:stCondLst>
                        <p:cond delay="indefinite"/>
                      </p:stCondLst>
                      <p:childTnLst>
                        <p:par>
                          <p:cTn id="146" fill="hold">
                            <p:stCondLst>
                              <p:cond delay="0"/>
                            </p:stCondLst>
                            <p:childTnLst>
                              <p:par>
                                <p:cTn id="147" nodeType="clickEffect" fill="hold" presetClass="entr" presetID="1">
                                  <p:stCondLst>
                                    <p:cond delay="0"/>
                                  </p:stCondLst>
                                  <p:childTnLst>
                                    <p:set>
                                      <p:cBhvr>
                                        <p:cTn id="148" dur="1" fill="hold">
                                          <p:stCondLst>
                                            <p:cond delay="0"/>
                                          </p:stCondLst>
                                        </p:cTn>
                                        <p:tgtEl>
                                          <p:spTgt spid="201">
                                            <p:txEl>
                                              <p:pRg st="0" end="0"/>
                                            </p:txEl>
                                          </p:spTgt>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nodeType="clickEffect" fill="hold" presetClass="entr" presetID="1">
                                  <p:stCondLst>
                                    <p:cond delay="0"/>
                                  </p:stCondLst>
                                  <p:childTnLst>
                                    <p:set>
                                      <p:cBhvr>
                                        <p:cTn id="152" dur="1" fill="hold">
                                          <p:stCondLst>
                                            <p:cond delay="0"/>
                                          </p:stCondLst>
                                        </p:cTn>
                                        <p:tgtEl>
                                          <p:spTgt spid="201">
                                            <p:txEl>
                                              <p:pRg st="1" end="1"/>
                                            </p:txEl>
                                          </p:spTgt>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nodeType="clickEffect" fill="hold" presetClass="entr" presetID="1">
                                  <p:stCondLst>
                                    <p:cond delay="0"/>
                                  </p:stCondLst>
                                  <p:childTnLst>
                                    <p:set>
                                      <p:cBhvr>
                                        <p:cTn id="156" dur="1" fill="hold">
                                          <p:stCondLst>
                                            <p:cond delay="0"/>
                                          </p:stCondLst>
                                        </p:cTn>
                                        <p:tgtEl>
                                          <p:spTgt spid="201">
                                            <p:txEl>
                                              <p:pRg st="2" end="2"/>
                                            </p:txEl>
                                          </p:spTgt>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nodeType="clickEffect" fill="hold" presetClass="entr" presetID="1">
                                  <p:stCondLst>
                                    <p:cond delay="0"/>
                                  </p:stCondLst>
                                  <p:childTnLst>
                                    <p:set>
                                      <p:cBhvr>
                                        <p:cTn id="160" dur="1" fill="hold">
                                          <p:stCondLst>
                                            <p:cond delay="0"/>
                                          </p:stCondLst>
                                        </p:cTn>
                                        <p:tgtEl>
                                          <p:spTgt spid="201">
                                            <p:txEl>
                                              <p:pRg st="3" end="3"/>
                                            </p:txEl>
                                          </p:spTgt>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nodeType="clickEffect" fill="hold" presetClass="entr" presetID="1">
                                  <p:stCondLst>
                                    <p:cond delay="0"/>
                                  </p:stCondLst>
                                  <p:childTnLst>
                                    <p:set>
                                      <p:cBhvr>
                                        <p:cTn id="164" dur="1" fill="hold">
                                          <p:stCondLst>
                                            <p:cond delay="0"/>
                                          </p:stCondLst>
                                        </p:cTn>
                                        <p:tgtEl>
                                          <p:spTgt spid="201">
                                            <p:txEl>
                                              <p:pRg st="4" end="4"/>
                                            </p:txEl>
                                          </p:spTgt>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nodeType="clickEffect" fill="hold" presetClass="entr" presetID="1">
                                  <p:stCondLst>
                                    <p:cond delay="0"/>
                                  </p:stCondLst>
                                  <p:childTnLst>
                                    <p:set>
                                      <p:cBhvr>
                                        <p:cTn id="168" dur="1" fill="hold">
                                          <p:stCondLst>
                                            <p:cond delay="0"/>
                                          </p:stCondLst>
                                        </p:cTn>
                                        <p:tgtEl>
                                          <p:spTgt spid="201">
                                            <p:txEl>
                                              <p:pRg st="5" end="5"/>
                                            </p:txEl>
                                          </p:spTgt>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nodeType="clickEffect" fill="hold" presetClass="entr" presetID="1">
                                  <p:stCondLst>
                                    <p:cond delay="0"/>
                                  </p:stCondLst>
                                  <p:childTnLst>
                                    <p:set>
                                      <p:cBhvr>
                                        <p:cTn id="172" dur="1" fill="hold">
                                          <p:stCondLst>
                                            <p:cond delay="0"/>
                                          </p:stCondLst>
                                        </p:cTn>
                                        <p:tgtEl>
                                          <p:spTgt spid="201">
                                            <p:txEl>
                                              <p:pRg st="6" end="6"/>
                                            </p:txEl>
                                          </p:spTgt>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nodeType="clickEffect" fill="hold" presetClass="entr" presetID="1">
                                  <p:stCondLst>
                                    <p:cond delay="0"/>
                                  </p:stCondLst>
                                  <p:childTnLst>
                                    <p:set>
                                      <p:cBhvr>
                                        <p:cTn id="176" dur="1" fill="hold">
                                          <p:stCondLst>
                                            <p:cond delay="0"/>
                                          </p:stCondLst>
                                        </p:cTn>
                                        <p:tgtEl>
                                          <p:spTgt spid="201">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shmctl() Return Values</a:t>
            </a:r>
            <a:endParaRPr b="0" lang="en-US" sz="2600" spc="-1" strike="noStrike">
              <a:solidFill>
                <a:srgbClr val="000000"/>
              </a:solidFill>
              <a:latin typeface="Arial"/>
            </a:endParaRPr>
          </a:p>
        </p:txBody>
      </p:sp>
      <p:sp>
        <p:nvSpPr>
          <p:cNvPr id="204"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A  successful  IPC_INFO or SHM_INFO operation returns the index of the highest used entry in the kernel's internal array recording information about  all  shared memory segments.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A successful SHM_STAT operation returns the identifier of the shared memory segment whose index was given in shmid.  Other operations return 0 on success.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On error, -1 is returned, and errno is set to indicate the error.</a:t>
            </a:r>
            <a:endParaRPr b="0" lang="en-US" sz="1600" spc="-1" strike="noStrike">
              <a:solidFill>
                <a:srgbClr val="000000"/>
              </a:solidFill>
              <a:latin typeface="Arial"/>
            </a:endParaRPr>
          </a:p>
        </p:txBody>
      </p:sp>
      <p:sp>
        <p:nvSpPr>
          <p:cNvPr id="205" name="PlaceHolder 3"/>
          <p:cNvSpPr>
            <a:spLocks noGrp="1"/>
          </p:cNvSpPr>
          <p:nvPr>
            <p:ph type="sldNum" idx="1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BD6E6156-ADEB-46FD-836B-E82714BBE780}" type="slidenum">
              <a:rPr b="0" lang="el" sz="1000" spc="-1" strike="noStrike">
                <a:solidFill>
                  <a:schemeClr val="accent1"/>
                </a:solidFill>
                <a:latin typeface="Lato"/>
                <a:ea typeface="Lato"/>
              </a:rPr>
              <a:t>11</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77" dur="indefinite" restart="never" nodeType="tmRoot">
          <p:childTnLst>
            <p:seq>
              <p:cTn id="178" dur="indefinite" nodeType="mainSeq">
                <p:childTnLst>
                  <p:par>
                    <p:cTn id="179" fill="hold">
                      <p:stCondLst>
                        <p:cond delay="indefinite"/>
                      </p:stCondLst>
                      <p:childTnLst>
                        <p:par>
                          <p:cTn id="180" fill="hold">
                            <p:stCondLst>
                              <p:cond delay="0"/>
                            </p:stCondLst>
                            <p:childTnLst>
                              <p:par>
                                <p:cTn id="181" nodeType="clickEffect" fill="hold" presetClass="entr" presetID="1">
                                  <p:stCondLst>
                                    <p:cond delay="0"/>
                                  </p:stCondLst>
                                  <p:childTnLst>
                                    <p:set>
                                      <p:cBhvr>
                                        <p:cTn id="182" dur="1" fill="hold">
                                          <p:stCondLst>
                                            <p:cond delay="0"/>
                                          </p:stCondLst>
                                        </p:cTn>
                                        <p:tgtEl>
                                          <p:spTgt spid="204">
                                            <p:txEl>
                                              <p:pRg st="0" end="0"/>
                                            </p:txEl>
                                          </p:spTgt>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nodeType="clickEffect" fill="hold" presetClass="entr" presetID="1">
                                  <p:stCondLst>
                                    <p:cond delay="0"/>
                                  </p:stCondLst>
                                  <p:childTnLst>
                                    <p:set>
                                      <p:cBhvr>
                                        <p:cTn id="186" dur="1" fill="hold">
                                          <p:stCondLst>
                                            <p:cond delay="0"/>
                                          </p:stCondLst>
                                        </p:cTn>
                                        <p:tgtEl>
                                          <p:spTgt spid="204">
                                            <p:txEl>
                                              <p:pRg st="1" end="1"/>
                                            </p:txEl>
                                          </p:spTgt>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nodeType="clickEffect" fill="hold" presetClass="entr" presetID="1">
                                  <p:stCondLst>
                                    <p:cond delay="0"/>
                                  </p:stCondLst>
                                  <p:childTnLst>
                                    <p:set>
                                      <p:cBhvr>
                                        <p:cTn id="190" dur="1" fill="hold">
                                          <p:stCondLst>
                                            <p:cond delay="0"/>
                                          </p:stCondLst>
                                        </p:cTn>
                                        <p:tgtEl>
                                          <p:spTgt spid="204">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Signals</a:t>
            </a:r>
            <a:endParaRPr b="0" lang="en-US" sz="2600" spc="-1" strike="noStrike">
              <a:solidFill>
                <a:srgbClr val="000000"/>
              </a:solidFill>
              <a:latin typeface="Arial"/>
            </a:endParaRPr>
          </a:p>
        </p:txBody>
      </p:sp>
      <p:sp>
        <p:nvSpPr>
          <p:cNvPr id="207" name="PlaceHolder 2"/>
          <p:cNvSpPr>
            <a:spLocks noGrp="1"/>
          </p:cNvSpPr>
          <p:nvPr>
            <p:ph/>
          </p:nvPr>
        </p:nvSpPr>
        <p:spPr>
          <a:xfrm>
            <a:off x="729360" y="1378080"/>
            <a:ext cx="3842280" cy="376524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source/signal_001.c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&lt;signal.h&gt;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&lt;stdlib.h&gt;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&lt;sys/types.h&gt;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&lt;sys/wait.h&gt;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void</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signal_handler</a:t>
            </a:r>
            <a:r>
              <a:rPr b="0" lang="el" sz="1050" spc="-1" strike="noStrike">
                <a:solidFill>
                  <a:srgbClr val="000000"/>
                </a:solidFill>
                <a:highlight>
                  <a:srgbClr val="ffffff"/>
                </a:highlight>
                <a:latin typeface="Courier New"/>
                <a:ea typeface="Courier New"/>
              </a:rPr>
              <a:t>(</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sig</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"Child process received signal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sig</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Continues right...</a:t>
            </a:r>
            <a:endParaRPr b="0" lang="en-US" sz="1050" spc="-1" strike="noStrike">
              <a:solidFill>
                <a:srgbClr val="000000"/>
              </a:solidFill>
              <a:latin typeface="Arial"/>
            </a:endParaRPr>
          </a:p>
        </p:txBody>
      </p:sp>
      <p:sp>
        <p:nvSpPr>
          <p:cNvPr id="208" name="PlaceHolder 3"/>
          <p:cNvSpPr>
            <a:spLocks noGrp="1"/>
          </p:cNvSpPr>
          <p:nvPr>
            <p:ph type="sldNum" idx="1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47B34DDA-1BF8-4E9D-A3E8-05CE1A42E8A4}" type="slidenum">
              <a:rPr b="0" lang="el" sz="1000" spc="-1" strike="noStrike">
                <a:solidFill>
                  <a:schemeClr val="accent1"/>
                </a:solidFill>
                <a:latin typeface="Lato"/>
                <a:ea typeface="Lato"/>
              </a:rPr>
              <a:t>12</a:t>
            </a:fld>
            <a:endParaRPr b="0" lang="en-US" sz="1000" spc="-1" strike="noStrike">
              <a:solidFill>
                <a:srgbClr val="000000"/>
              </a:solidFill>
              <a:latin typeface="Times New Roman"/>
            </a:endParaRPr>
          </a:p>
        </p:txBody>
      </p:sp>
      <p:sp>
        <p:nvSpPr>
          <p:cNvPr id="209" name="PlaceHolder 4"/>
          <p:cNvSpPr>
            <a:spLocks noGrp="1"/>
          </p:cNvSpPr>
          <p:nvPr>
            <p:ph/>
          </p:nvPr>
        </p:nvSpPr>
        <p:spPr>
          <a:xfrm>
            <a:off x="4748760" y="1378080"/>
            <a:ext cx="3842280" cy="376524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pid_t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 &lt;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perror</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exit</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else</a:t>
            </a: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 Child process</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signal</a:t>
            </a:r>
            <a:r>
              <a:rPr b="0" lang="el" sz="1050" spc="-1" strike="noStrike">
                <a:solidFill>
                  <a:srgbClr val="000000"/>
                </a:solidFill>
                <a:highlight>
                  <a:srgbClr val="ffffff"/>
                </a:highlight>
                <a:latin typeface="Courier New"/>
                <a:ea typeface="Courier New"/>
              </a:rPr>
              <a:t>(</a:t>
            </a:r>
            <a:r>
              <a:rPr b="0" lang="el" sz="1050" spc="-1" strike="noStrike">
                <a:solidFill>
                  <a:srgbClr val="0000ff"/>
                </a:solidFill>
                <a:highlight>
                  <a:srgbClr val="ffffff"/>
                </a:highlight>
                <a:latin typeface="Courier New"/>
                <a:ea typeface="Courier New"/>
              </a:rPr>
              <a:t>SIGUSR1</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signal_handler</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pause</a:t>
            </a:r>
            <a:r>
              <a:rPr b="0" lang="el" sz="1050" spc="-1" strike="noStrike">
                <a:solidFill>
                  <a:srgbClr val="000000"/>
                </a:solidFill>
                <a:highlight>
                  <a:srgbClr val="ffffff"/>
                </a:highlight>
                <a:latin typeface="Courier New"/>
                <a:ea typeface="Courier New"/>
              </a:rPr>
              <a:t>();</a:t>
            </a:r>
            <a:r>
              <a:rPr b="0" lang="el" sz="1050" spc="-1" strike="noStrike">
                <a:solidFill>
                  <a:srgbClr val="008000"/>
                </a:solidFill>
                <a:highlight>
                  <a:srgbClr val="ffffff"/>
                </a:highlight>
                <a:latin typeface="Courier New"/>
                <a:ea typeface="Courier New"/>
              </a:rPr>
              <a:t> // Wait for signal</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else</a:t>
            </a: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 Parent process</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sleep</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2</a:t>
            </a:r>
            <a:r>
              <a:rPr b="0" lang="el" sz="1050" spc="-1" strike="noStrike">
                <a:solidFill>
                  <a:srgbClr val="000000"/>
                </a:solidFill>
                <a:highlight>
                  <a:srgbClr val="ffffff"/>
                </a:highlight>
                <a:latin typeface="Courier New"/>
                <a:ea typeface="Courier New"/>
              </a:rPr>
              <a:t>);</a:t>
            </a:r>
            <a:r>
              <a:rPr b="0" lang="el" sz="1050" spc="-1" strike="noStrike">
                <a:solidFill>
                  <a:srgbClr val="008000"/>
                </a:solidFill>
                <a:highlight>
                  <a:srgbClr val="ffffff"/>
                </a:highlight>
                <a:latin typeface="Courier New"/>
                <a:ea typeface="Courier New"/>
              </a:rPr>
              <a:t> // Wait for a bit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kill</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SIGUSR1</a:t>
            </a:r>
            <a:r>
              <a:rPr b="0" lang="el" sz="1050" spc="-1" strike="noStrike">
                <a:solidFill>
                  <a:srgbClr val="000000"/>
                </a:solidFill>
                <a:highlight>
                  <a:srgbClr val="ffffff"/>
                </a:highlight>
                <a:latin typeface="Courier New"/>
                <a:ea typeface="Courier New"/>
              </a:rPr>
              <a:t>);</a:t>
            </a:r>
            <a:r>
              <a:rPr b="0" lang="el" sz="1050" spc="-1" strike="noStrike">
                <a:solidFill>
                  <a:srgbClr val="008000"/>
                </a:solidFill>
                <a:highlight>
                  <a:srgbClr val="ffffff"/>
                </a:highlight>
                <a:latin typeface="Courier New"/>
                <a:ea typeface="Courier New"/>
              </a:rPr>
              <a:t> // Send SIGUSR1 to the child</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wait</a:t>
            </a:r>
            <a:r>
              <a:rPr b="0" lang="el" sz="1050" spc="-1" strike="noStrike">
                <a:solidFill>
                  <a:srgbClr val="000000"/>
                </a:solidFill>
                <a:highlight>
                  <a:srgbClr val="ffffff"/>
                </a:highlight>
                <a:latin typeface="Courier New"/>
                <a:ea typeface="Courier New"/>
              </a:rPr>
              <a:t>(</a:t>
            </a:r>
            <a:r>
              <a:rPr b="0" lang="el" sz="1050" spc="-1" strike="noStrike">
                <a:solidFill>
                  <a:srgbClr val="0000ff"/>
                </a:solidFill>
                <a:highlight>
                  <a:srgbClr val="ffffff"/>
                </a:highlight>
                <a:latin typeface="Courier New"/>
                <a:ea typeface="Courier New"/>
              </a:rPr>
              <a:t>NULL</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signal()</a:t>
            </a:r>
            <a:endParaRPr b="0" lang="en-US" sz="2600" spc="-1" strike="noStrike">
              <a:solidFill>
                <a:srgbClr val="000000"/>
              </a:solidFill>
              <a:latin typeface="Arial"/>
            </a:endParaRPr>
          </a:p>
        </p:txBody>
      </p:sp>
      <p:sp>
        <p:nvSpPr>
          <p:cNvPr id="211" name="PlaceHolder 2"/>
          <p:cNvSpPr>
            <a:spLocks noGrp="1"/>
          </p:cNvSpPr>
          <p:nvPr>
            <p:ph/>
          </p:nvPr>
        </p:nvSpPr>
        <p:spPr>
          <a:xfrm>
            <a:off x="729360" y="1378080"/>
            <a:ext cx="7688520" cy="2961720"/>
          </a:xfrm>
          <a:prstGeom prst="rect">
            <a:avLst/>
          </a:prstGeom>
          <a:noFill/>
          <a:ln w="0">
            <a:noFill/>
          </a:ln>
        </p:spPr>
        <p:txBody>
          <a:bodyPr tIns="91440" bIns="91440" anchor="t">
            <a:normAutofit fontScale="99000"/>
          </a:bodyPr>
          <a:p>
            <a:pPr marL="452520" indent="-326520">
              <a:lnSpc>
                <a:spcPct val="115000"/>
              </a:lnSpc>
              <a:buClr>
                <a:srgbClr val="595959"/>
              </a:buClr>
              <a:buFont typeface="Lato"/>
              <a:buChar char="●"/>
            </a:pPr>
            <a:r>
              <a:rPr b="0" lang="el" sz="1600" spc="-1" strike="noStrike">
                <a:solidFill>
                  <a:schemeClr val="accent1"/>
                </a:solidFill>
                <a:latin typeface="Lato"/>
                <a:ea typeface="Lato"/>
              </a:rPr>
              <a:t>Syntax: sighandler_t signal(int signum, sighandler_t handler);</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signal() sets the disposition of the signal signum to handler, which is either SIG_IGN, SIG_DFL, or the address of a  programmer-defined  function (a "signal handler").</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Return value: signal() returns the previous value of the signal handler.  On failure, it returns SIG_ERR, and errno is set to indicate the error.</a:t>
            </a:r>
            <a:endParaRPr b="0" lang="en-US" sz="1600" spc="-1" strike="noStrike">
              <a:solidFill>
                <a:srgbClr val="000000"/>
              </a:solidFill>
              <a:latin typeface="Arial"/>
            </a:endParaRPr>
          </a:p>
          <a:p>
            <a:pPr marL="452520" indent="-326520">
              <a:lnSpc>
                <a:spcPct val="115000"/>
              </a:lnSpc>
              <a:buClr>
                <a:srgbClr val="595959"/>
              </a:buClr>
              <a:buFont typeface="Lato"/>
              <a:buChar char="●"/>
            </a:pPr>
            <a:r>
              <a:rPr b="1" lang="el" sz="1600" spc="-1" strike="noStrike">
                <a:solidFill>
                  <a:schemeClr val="accent1"/>
                </a:solidFill>
                <a:latin typeface="Lato"/>
                <a:ea typeface="Lato"/>
              </a:rPr>
              <a:t>WARNING: </a:t>
            </a:r>
            <a:r>
              <a:rPr b="0" lang="el" sz="1600" spc="-1" strike="noStrike">
                <a:solidFill>
                  <a:schemeClr val="accent1"/>
                </a:solidFill>
                <a:latin typeface="Lato"/>
                <a:ea typeface="Lato"/>
              </a:rPr>
              <a:t>the behavior of signal() varies across UNIX versions, and has also varied historically across different versions of Linux.  Avoid its use: use sigaction(2) instead.</a:t>
            </a:r>
            <a:endParaRPr b="0" lang="en-US" sz="1600" spc="-1" strike="noStrike">
              <a:solidFill>
                <a:srgbClr val="000000"/>
              </a:solidFill>
              <a:latin typeface="Arial"/>
            </a:endParaRPr>
          </a:p>
          <a:p>
            <a:pPr lvl="1" marL="905040" indent="-326520">
              <a:lnSpc>
                <a:spcPct val="115000"/>
              </a:lnSpc>
              <a:buClr>
                <a:srgbClr val="595959"/>
              </a:buClr>
              <a:buFont typeface="Lato"/>
              <a:buChar char="○"/>
            </a:pPr>
            <a:r>
              <a:rPr b="0" lang="el" sz="1600" spc="-1" strike="noStrike">
                <a:solidFill>
                  <a:schemeClr val="accent1"/>
                </a:solidFill>
                <a:latin typeface="Lato"/>
                <a:ea typeface="Lato"/>
              </a:rPr>
              <a:t>Here it is used just for demonstration purposes.</a:t>
            </a:r>
            <a:endParaRPr b="0" lang="en-US" sz="1600" spc="-1" strike="noStrike">
              <a:solidFill>
                <a:srgbClr val="000000"/>
              </a:solidFill>
              <a:latin typeface="Arial"/>
            </a:endParaRPr>
          </a:p>
        </p:txBody>
      </p:sp>
      <p:sp>
        <p:nvSpPr>
          <p:cNvPr id="212" name="PlaceHolder 3"/>
          <p:cNvSpPr>
            <a:spLocks noGrp="1"/>
          </p:cNvSpPr>
          <p:nvPr>
            <p:ph type="sldNum" idx="1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488C177C-9491-4A33-B542-18AB08B0D4A1}" type="slidenum">
              <a:rPr b="0" lang="el" sz="1000" spc="-1" strike="noStrike">
                <a:solidFill>
                  <a:schemeClr val="accent1"/>
                </a:solidFill>
                <a:latin typeface="Lato"/>
                <a:ea typeface="Lato"/>
              </a:rPr>
              <a:t>13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91" dur="indefinite" restart="never" nodeType="tmRoot">
          <p:childTnLst>
            <p:seq>
              <p:cTn id="192" dur="indefinite" nodeType="mainSeq">
                <p:childTnLst>
                  <p:par>
                    <p:cTn id="193" fill="hold">
                      <p:stCondLst>
                        <p:cond delay="indefinite"/>
                      </p:stCondLst>
                      <p:childTnLst>
                        <p:par>
                          <p:cTn id="194" fill="hold">
                            <p:stCondLst>
                              <p:cond delay="0"/>
                            </p:stCondLst>
                            <p:childTnLst>
                              <p:par>
                                <p:cTn id="195" nodeType="clickEffect" fill="hold" presetClass="entr" presetID="1">
                                  <p:stCondLst>
                                    <p:cond delay="0"/>
                                  </p:stCondLst>
                                  <p:childTnLst>
                                    <p:set>
                                      <p:cBhvr>
                                        <p:cTn id="196" dur="1" fill="hold">
                                          <p:stCondLst>
                                            <p:cond delay="0"/>
                                          </p:stCondLst>
                                        </p:cTn>
                                        <p:tgtEl>
                                          <p:spTgt spid="211">
                                            <p:txEl>
                                              <p:pRg st="0" end="0"/>
                                            </p:txEl>
                                          </p:spTgt>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nodeType="clickEffect" fill="hold" presetClass="entr" presetID="1">
                                  <p:stCondLst>
                                    <p:cond delay="0"/>
                                  </p:stCondLst>
                                  <p:childTnLst>
                                    <p:set>
                                      <p:cBhvr>
                                        <p:cTn id="200" dur="1" fill="hold">
                                          <p:stCondLst>
                                            <p:cond delay="0"/>
                                          </p:stCondLst>
                                        </p:cTn>
                                        <p:tgtEl>
                                          <p:spTgt spid="211">
                                            <p:txEl>
                                              <p:pRg st="1" end="1"/>
                                            </p:txEl>
                                          </p:spTgt>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nodeType="clickEffect" fill="hold" presetClass="entr" presetID="1">
                                  <p:stCondLst>
                                    <p:cond delay="0"/>
                                  </p:stCondLst>
                                  <p:childTnLst>
                                    <p:set>
                                      <p:cBhvr>
                                        <p:cTn id="204" dur="1" fill="hold">
                                          <p:stCondLst>
                                            <p:cond delay="0"/>
                                          </p:stCondLst>
                                        </p:cTn>
                                        <p:tgtEl>
                                          <p:spTgt spid="211">
                                            <p:txEl>
                                              <p:pRg st="2" end="2"/>
                                            </p:txEl>
                                          </p:spTgt>
                                        </p:tgtEl>
                                        <p:attrNameLst>
                                          <p:attrName>style.visibility</p:attrName>
                                        </p:attrNameLst>
                                      </p:cBhvr>
                                      <p:to>
                                        <p:strVal val="visible"/>
                                      </p:to>
                                    </p:set>
                                  </p:childTnLst>
                                </p:cTn>
                              </p:par>
                            </p:childTnLst>
                          </p:cTn>
                        </p:par>
                      </p:childTnLst>
                    </p:cTn>
                  </p:par>
                  <p:par>
                    <p:cTn id="205" fill="hold">
                      <p:stCondLst>
                        <p:cond delay="indefinite"/>
                      </p:stCondLst>
                      <p:childTnLst>
                        <p:par>
                          <p:cTn id="206" fill="hold">
                            <p:stCondLst>
                              <p:cond delay="0"/>
                            </p:stCondLst>
                            <p:childTnLst>
                              <p:par>
                                <p:cTn id="207" nodeType="clickEffect" fill="hold" presetClass="entr" presetID="1">
                                  <p:stCondLst>
                                    <p:cond delay="0"/>
                                  </p:stCondLst>
                                  <p:childTnLst>
                                    <p:set>
                                      <p:cBhvr>
                                        <p:cTn id="208" dur="1" fill="hold">
                                          <p:stCondLst>
                                            <p:cond delay="0"/>
                                          </p:stCondLst>
                                        </p:cTn>
                                        <p:tgtEl>
                                          <p:spTgt spid="211">
                                            <p:txEl>
                                              <p:pRg st="3" end="3"/>
                                            </p:txEl>
                                          </p:spTgt>
                                        </p:tgtEl>
                                        <p:attrNameLst>
                                          <p:attrName>style.visibility</p:attrName>
                                        </p:attrNameLst>
                                      </p:cBhvr>
                                      <p:to>
                                        <p:strVal val="visible"/>
                                      </p:to>
                                    </p:set>
                                  </p:childTnLst>
                                </p:cTn>
                              </p:par>
                            </p:childTnLst>
                          </p:cTn>
                        </p:par>
                      </p:childTnLst>
                    </p:cTn>
                  </p:par>
                  <p:par>
                    <p:cTn id="209" fill="hold">
                      <p:stCondLst>
                        <p:cond delay="indefinite"/>
                      </p:stCondLst>
                      <p:childTnLst>
                        <p:par>
                          <p:cTn id="210" fill="hold">
                            <p:stCondLst>
                              <p:cond delay="0"/>
                            </p:stCondLst>
                            <p:childTnLst>
                              <p:par>
                                <p:cTn id="211" nodeType="clickEffect" fill="hold" presetClass="entr" presetID="1">
                                  <p:stCondLst>
                                    <p:cond delay="0"/>
                                  </p:stCondLst>
                                  <p:childTnLst>
                                    <p:set>
                                      <p:cBhvr>
                                        <p:cTn id="212" dur="1" fill="hold">
                                          <p:stCondLst>
                                            <p:cond delay="0"/>
                                          </p:stCondLst>
                                        </p:cTn>
                                        <p:tgtEl>
                                          <p:spTgt spid="211">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signal()</a:t>
            </a:r>
            <a:endParaRPr b="0" lang="en-US" sz="2600" spc="-1" strike="noStrike">
              <a:solidFill>
                <a:srgbClr val="000000"/>
              </a:solidFill>
              <a:latin typeface="Arial"/>
            </a:endParaRPr>
          </a:p>
        </p:txBody>
      </p:sp>
      <p:sp>
        <p:nvSpPr>
          <p:cNvPr id="214" name="PlaceHolder 2"/>
          <p:cNvSpPr>
            <a:spLocks noGrp="1"/>
          </p:cNvSpPr>
          <p:nvPr>
            <p:ph/>
          </p:nvPr>
        </p:nvSpPr>
        <p:spPr>
          <a:xfrm>
            <a:off x="729360" y="1378080"/>
            <a:ext cx="7688520" cy="3764880"/>
          </a:xfrm>
          <a:prstGeom prst="rect">
            <a:avLst/>
          </a:prstGeom>
          <a:noFill/>
          <a:ln w="0">
            <a:noFill/>
          </a:ln>
        </p:spPr>
        <p:txBody>
          <a:bodyPr tIns="91440" bIns="91440" anchor="t">
            <a:noAutofit/>
          </a:bodyPr>
          <a:p>
            <a:pPr marL="457200" indent="-332640">
              <a:lnSpc>
                <a:spcPct val="115000"/>
              </a:lnSpc>
              <a:buClr>
                <a:srgbClr val="595959"/>
              </a:buClr>
              <a:buFont typeface="Lato"/>
              <a:buChar char="●"/>
            </a:pPr>
            <a:r>
              <a:rPr b="0" lang="el" sz="1640" spc="-1" strike="noStrike">
                <a:solidFill>
                  <a:schemeClr val="accent1"/>
                </a:solidFill>
                <a:latin typeface="Lato"/>
                <a:ea typeface="Lato"/>
              </a:rPr>
              <a:t>If  the signal signum is delivered to the process, then one of the following happens:</a:t>
            </a:r>
            <a:endParaRPr b="0" lang="en-US" sz="1640" spc="-1" strike="noStrike">
              <a:solidFill>
                <a:srgbClr val="000000"/>
              </a:solidFill>
              <a:latin typeface="Arial"/>
            </a:endParaRPr>
          </a:p>
          <a:p>
            <a:pPr lvl="1" marL="914400" indent="-332640">
              <a:lnSpc>
                <a:spcPct val="115000"/>
              </a:lnSpc>
              <a:buClr>
                <a:srgbClr val="595959"/>
              </a:buClr>
              <a:buFont typeface="Lato"/>
              <a:buChar char="○"/>
            </a:pPr>
            <a:r>
              <a:rPr b="0" lang="el" sz="1640" spc="-1" strike="noStrike">
                <a:solidFill>
                  <a:schemeClr val="accent1"/>
                </a:solidFill>
                <a:latin typeface="Lato"/>
                <a:ea typeface="Lato"/>
              </a:rPr>
              <a:t>If the disposition is set to SIG_IGN, then the signal is ignored.</a:t>
            </a:r>
            <a:endParaRPr b="0" lang="en-US" sz="1640" spc="-1" strike="noStrike">
              <a:solidFill>
                <a:srgbClr val="000000"/>
              </a:solidFill>
              <a:latin typeface="Arial"/>
            </a:endParaRPr>
          </a:p>
          <a:p>
            <a:pPr lvl="1" marL="914400" indent="-332640">
              <a:lnSpc>
                <a:spcPct val="115000"/>
              </a:lnSpc>
              <a:buClr>
                <a:srgbClr val="595959"/>
              </a:buClr>
              <a:buFont typeface="Lato"/>
              <a:buChar char="○"/>
            </a:pPr>
            <a:r>
              <a:rPr b="0" lang="el" sz="1640" spc="-1" strike="noStrike">
                <a:solidFill>
                  <a:schemeClr val="accent1"/>
                </a:solidFill>
                <a:latin typeface="Lato"/>
                <a:ea typeface="Lato"/>
              </a:rPr>
              <a:t>If the disposition is set to SIG_DFL, then the default action associated with the signal occurs.</a:t>
            </a:r>
            <a:endParaRPr b="0" lang="en-US" sz="1640" spc="-1" strike="noStrike">
              <a:solidFill>
                <a:srgbClr val="000000"/>
              </a:solidFill>
              <a:latin typeface="Arial"/>
            </a:endParaRPr>
          </a:p>
          <a:p>
            <a:pPr lvl="1" marL="914400" indent="-332640">
              <a:lnSpc>
                <a:spcPct val="115000"/>
              </a:lnSpc>
              <a:buClr>
                <a:srgbClr val="595959"/>
              </a:buClr>
              <a:buFont typeface="Lato"/>
              <a:buChar char="○"/>
            </a:pPr>
            <a:r>
              <a:rPr b="0" lang="el" sz="1640" spc="-1" strike="noStrike">
                <a:solidFill>
                  <a:schemeClr val="accent1"/>
                </a:solidFill>
                <a:latin typeface="Lato"/>
                <a:ea typeface="Lato"/>
              </a:rPr>
              <a:t>If  the disposition is set to a function, then first either the disposition is reset to SIG_DFL, or the signal is blocked,  and then handler is called with argument signum.  If invocation of the handler caused the signal to be blocked, then  the signal is unblocked upon return from the handler.</a:t>
            </a:r>
            <a:endParaRPr b="0" lang="en-US" sz="1640" spc="-1" strike="noStrike">
              <a:solidFill>
                <a:srgbClr val="000000"/>
              </a:solidFill>
              <a:latin typeface="Arial"/>
            </a:endParaRPr>
          </a:p>
          <a:p>
            <a:pPr marL="457200" indent="-332640">
              <a:lnSpc>
                <a:spcPct val="115000"/>
              </a:lnSpc>
              <a:buClr>
                <a:srgbClr val="595959"/>
              </a:buClr>
              <a:buFont typeface="Lato"/>
              <a:buChar char="●"/>
            </a:pPr>
            <a:r>
              <a:rPr b="0" lang="el" sz="1640" spc="-1" strike="noStrike">
                <a:solidFill>
                  <a:schemeClr val="accent1"/>
                </a:solidFill>
                <a:latin typeface="Lato"/>
                <a:ea typeface="Lato"/>
              </a:rPr>
              <a:t>The signals SIGKILL and SIGSTOP cannot be caught or ignored.</a:t>
            </a:r>
            <a:endParaRPr b="0" lang="en-US" sz="1640" spc="-1" strike="noStrike">
              <a:solidFill>
                <a:srgbClr val="000000"/>
              </a:solidFill>
              <a:latin typeface="Arial"/>
            </a:endParaRPr>
          </a:p>
          <a:p>
            <a:pPr marL="457200" indent="-332640">
              <a:lnSpc>
                <a:spcPct val="115000"/>
              </a:lnSpc>
              <a:buClr>
                <a:srgbClr val="595959"/>
              </a:buClr>
              <a:buFont typeface="Lato"/>
              <a:buChar char="●"/>
            </a:pPr>
            <a:r>
              <a:rPr b="1" lang="el" sz="1640" spc="-1" strike="noStrike">
                <a:solidFill>
                  <a:schemeClr val="accent1"/>
                </a:solidFill>
                <a:latin typeface="Lato"/>
                <a:ea typeface="Lato"/>
              </a:rPr>
              <a:t>REMARK:</a:t>
            </a:r>
            <a:r>
              <a:rPr b="0" lang="el" sz="1640" spc="-1" strike="noStrike">
                <a:solidFill>
                  <a:schemeClr val="accent1"/>
                </a:solidFill>
                <a:latin typeface="Lato"/>
                <a:ea typeface="Lato"/>
              </a:rPr>
              <a:t> The effects of signal() in a multithreaded process are unspecified.</a:t>
            </a:r>
            <a:endParaRPr b="0" lang="en-US" sz="1640" spc="-1" strike="noStrike">
              <a:solidFill>
                <a:srgbClr val="000000"/>
              </a:solidFill>
              <a:latin typeface="Arial"/>
            </a:endParaRPr>
          </a:p>
        </p:txBody>
      </p:sp>
      <p:sp>
        <p:nvSpPr>
          <p:cNvPr id="215" name="PlaceHolder 3"/>
          <p:cNvSpPr>
            <a:spLocks noGrp="1"/>
          </p:cNvSpPr>
          <p:nvPr>
            <p:ph type="sldNum" idx="1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79A7D38-3C27-4423-A8D0-CC02E9BA5AFC}" type="slidenum">
              <a:rPr b="0" lang="el" sz="1000" spc="-1" strike="noStrike">
                <a:solidFill>
                  <a:schemeClr val="accent1"/>
                </a:solidFill>
                <a:latin typeface="Lato"/>
                <a:ea typeface="Lato"/>
              </a:rPr>
              <a:t>14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213" dur="indefinite" restart="never" nodeType="tmRoot">
          <p:childTnLst>
            <p:seq>
              <p:cTn id="214" dur="indefinite" nodeType="mainSeq">
                <p:childTnLst>
                  <p:par>
                    <p:cTn id="215" fill="hold">
                      <p:stCondLst>
                        <p:cond delay="indefinite"/>
                      </p:stCondLst>
                      <p:childTnLst>
                        <p:par>
                          <p:cTn id="216" fill="hold">
                            <p:stCondLst>
                              <p:cond delay="0"/>
                            </p:stCondLst>
                            <p:childTnLst>
                              <p:par>
                                <p:cTn id="217" nodeType="clickEffect" fill="hold" presetClass="entr" presetID="1">
                                  <p:stCondLst>
                                    <p:cond delay="0"/>
                                  </p:stCondLst>
                                  <p:childTnLst>
                                    <p:set>
                                      <p:cBhvr>
                                        <p:cTn id="218" dur="1" fill="hold">
                                          <p:stCondLst>
                                            <p:cond delay="0"/>
                                          </p:stCondLst>
                                        </p:cTn>
                                        <p:tgtEl>
                                          <p:spTgt spid="214">
                                            <p:txEl>
                                              <p:pRg st="0" end="0"/>
                                            </p:txEl>
                                          </p:spTgt>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nodeType="clickEffect" fill="hold" presetClass="entr" presetID="1">
                                  <p:stCondLst>
                                    <p:cond delay="0"/>
                                  </p:stCondLst>
                                  <p:childTnLst>
                                    <p:set>
                                      <p:cBhvr>
                                        <p:cTn id="222" dur="1" fill="hold">
                                          <p:stCondLst>
                                            <p:cond delay="0"/>
                                          </p:stCondLst>
                                        </p:cTn>
                                        <p:tgtEl>
                                          <p:spTgt spid="214">
                                            <p:txEl>
                                              <p:pRg st="1" end="1"/>
                                            </p:txEl>
                                          </p:spTgt>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nodeType="clickEffect" fill="hold" presetClass="entr" presetID="1">
                                  <p:stCondLst>
                                    <p:cond delay="0"/>
                                  </p:stCondLst>
                                  <p:childTnLst>
                                    <p:set>
                                      <p:cBhvr>
                                        <p:cTn id="226" dur="1" fill="hold">
                                          <p:stCondLst>
                                            <p:cond delay="0"/>
                                          </p:stCondLst>
                                        </p:cTn>
                                        <p:tgtEl>
                                          <p:spTgt spid="214">
                                            <p:txEl>
                                              <p:pRg st="2" end="2"/>
                                            </p:txEl>
                                          </p:spTgt>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nodeType="clickEffect" fill="hold" presetClass="entr" presetID="1">
                                  <p:stCondLst>
                                    <p:cond delay="0"/>
                                  </p:stCondLst>
                                  <p:childTnLst>
                                    <p:set>
                                      <p:cBhvr>
                                        <p:cTn id="230" dur="1" fill="hold">
                                          <p:stCondLst>
                                            <p:cond delay="0"/>
                                          </p:stCondLst>
                                        </p:cTn>
                                        <p:tgtEl>
                                          <p:spTgt spid="214">
                                            <p:txEl>
                                              <p:pRg st="3" end="3"/>
                                            </p:txEl>
                                          </p:spTgt>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nodeType="clickEffect" fill="hold" presetClass="entr" presetID="1">
                                  <p:stCondLst>
                                    <p:cond delay="0"/>
                                  </p:stCondLst>
                                  <p:childTnLst>
                                    <p:set>
                                      <p:cBhvr>
                                        <p:cTn id="234" dur="1" fill="hold">
                                          <p:stCondLst>
                                            <p:cond delay="0"/>
                                          </p:stCondLst>
                                        </p:cTn>
                                        <p:tgtEl>
                                          <p:spTgt spid="214">
                                            <p:txEl>
                                              <p:pRg st="4" end="4"/>
                                            </p:txEl>
                                          </p:spTgt>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nodeType="clickEffect" fill="hold" presetClass="entr" presetID="1">
                                  <p:stCondLst>
                                    <p:cond delay="0"/>
                                  </p:stCondLst>
                                  <p:childTnLst>
                                    <p:set>
                                      <p:cBhvr>
                                        <p:cTn id="238" dur="1" fill="hold">
                                          <p:stCondLst>
                                            <p:cond delay="0"/>
                                          </p:stCondLst>
                                        </p:cTn>
                                        <p:tgtEl>
                                          <p:spTgt spid="214">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pause() And kill()</a:t>
            </a:r>
            <a:endParaRPr b="0" lang="en-US" sz="2600" spc="-1" strike="noStrike">
              <a:solidFill>
                <a:srgbClr val="000000"/>
              </a:solidFill>
              <a:latin typeface="Arial"/>
            </a:endParaRPr>
          </a:p>
        </p:txBody>
      </p:sp>
      <p:sp>
        <p:nvSpPr>
          <p:cNvPr id="217"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pause()  causes the calling process (or thread) to sleep until a signal is delivered that either terminates the process or causes  the  invocation of a signal-catching function.</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Returns  only when a signal was caught and the signal-catching function returned.  In this case, pause() returns -1, and errno is set to EINTR.</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kill() terminates a process with a given pid and sends the corresponding signal to that process.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In our case, we are sending a SIGUSR1 signal, which is just a user defined signal.</a:t>
            </a:r>
            <a:endParaRPr b="0" lang="en-US" sz="1600" spc="-1" strike="noStrike">
              <a:solidFill>
                <a:srgbClr val="000000"/>
              </a:solidFill>
              <a:latin typeface="Arial"/>
            </a:endParaRPr>
          </a:p>
        </p:txBody>
      </p:sp>
      <p:sp>
        <p:nvSpPr>
          <p:cNvPr id="218" name="PlaceHolder 3"/>
          <p:cNvSpPr>
            <a:spLocks noGrp="1"/>
          </p:cNvSpPr>
          <p:nvPr>
            <p:ph type="sldNum" idx="1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25D6E56-F884-42C4-9145-11B0E07CBDB1}" type="slidenum">
              <a:rPr b="0" lang="el" sz="1000" spc="-1" strike="noStrike">
                <a:solidFill>
                  <a:schemeClr val="accent1"/>
                </a:solidFill>
                <a:latin typeface="Lato"/>
                <a:ea typeface="Lato"/>
              </a:rPr>
              <a:t>15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239" dur="indefinite" restart="never" nodeType="tmRoot">
          <p:childTnLst>
            <p:seq>
              <p:cTn id="240" dur="indefinite" nodeType="mainSeq">
                <p:childTnLst>
                  <p:par>
                    <p:cTn id="241" fill="hold">
                      <p:stCondLst>
                        <p:cond delay="indefinite"/>
                      </p:stCondLst>
                      <p:childTnLst>
                        <p:par>
                          <p:cTn id="242" fill="hold">
                            <p:stCondLst>
                              <p:cond delay="0"/>
                            </p:stCondLst>
                            <p:childTnLst>
                              <p:par>
                                <p:cTn id="243" nodeType="clickEffect" fill="hold" presetClass="entr" presetID="1">
                                  <p:stCondLst>
                                    <p:cond delay="0"/>
                                  </p:stCondLst>
                                  <p:childTnLst>
                                    <p:set>
                                      <p:cBhvr>
                                        <p:cTn id="244" dur="1" fill="hold">
                                          <p:stCondLst>
                                            <p:cond delay="0"/>
                                          </p:stCondLst>
                                        </p:cTn>
                                        <p:tgtEl>
                                          <p:spTgt spid="217">
                                            <p:txEl>
                                              <p:pRg st="0" end="0"/>
                                            </p:txEl>
                                          </p:spTgt>
                                        </p:tgtEl>
                                        <p:attrNameLst>
                                          <p:attrName>style.visibility</p:attrName>
                                        </p:attrNameLst>
                                      </p:cBhvr>
                                      <p:to>
                                        <p:strVal val="visible"/>
                                      </p:to>
                                    </p:set>
                                  </p:childTnLst>
                                </p:cTn>
                              </p:par>
                            </p:childTnLst>
                          </p:cTn>
                        </p:par>
                      </p:childTnLst>
                    </p:cTn>
                  </p:par>
                  <p:par>
                    <p:cTn id="245" fill="hold">
                      <p:stCondLst>
                        <p:cond delay="indefinite"/>
                      </p:stCondLst>
                      <p:childTnLst>
                        <p:par>
                          <p:cTn id="246" fill="hold">
                            <p:stCondLst>
                              <p:cond delay="0"/>
                            </p:stCondLst>
                            <p:childTnLst>
                              <p:par>
                                <p:cTn id="247" nodeType="clickEffect" fill="hold" presetClass="entr" presetID="1">
                                  <p:stCondLst>
                                    <p:cond delay="0"/>
                                  </p:stCondLst>
                                  <p:childTnLst>
                                    <p:set>
                                      <p:cBhvr>
                                        <p:cTn id="248" dur="1" fill="hold">
                                          <p:stCondLst>
                                            <p:cond delay="0"/>
                                          </p:stCondLst>
                                        </p:cTn>
                                        <p:tgtEl>
                                          <p:spTgt spid="217">
                                            <p:txEl>
                                              <p:pRg st="1" end="1"/>
                                            </p:txEl>
                                          </p:spTgt>
                                        </p:tgtEl>
                                        <p:attrNameLst>
                                          <p:attrName>style.visibility</p:attrName>
                                        </p:attrNameLst>
                                      </p:cBhvr>
                                      <p:to>
                                        <p:strVal val="visible"/>
                                      </p:to>
                                    </p:set>
                                  </p:childTnLst>
                                </p:cTn>
                              </p:par>
                            </p:childTnLst>
                          </p:cTn>
                        </p:par>
                      </p:childTnLst>
                    </p:cTn>
                  </p:par>
                  <p:par>
                    <p:cTn id="249" fill="hold">
                      <p:stCondLst>
                        <p:cond delay="indefinite"/>
                      </p:stCondLst>
                      <p:childTnLst>
                        <p:par>
                          <p:cTn id="250" fill="hold">
                            <p:stCondLst>
                              <p:cond delay="0"/>
                            </p:stCondLst>
                            <p:childTnLst>
                              <p:par>
                                <p:cTn id="251" nodeType="clickEffect" fill="hold" presetClass="entr" presetID="1">
                                  <p:stCondLst>
                                    <p:cond delay="0"/>
                                  </p:stCondLst>
                                  <p:childTnLst>
                                    <p:set>
                                      <p:cBhvr>
                                        <p:cTn id="252" dur="1" fill="hold">
                                          <p:stCondLst>
                                            <p:cond delay="0"/>
                                          </p:stCondLst>
                                        </p:cTn>
                                        <p:tgtEl>
                                          <p:spTgt spid="217">
                                            <p:txEl>
                                              <p:pRg st="2" end="2"/>
                                            </p:txEl>
                                          </p:spTgt>
                                        </p:tgtEl>
                                        <p:attrNameLst>
                                          <p:attrName>style.visibility</p:attrName>
                                        </p:attrNameLst>
                                      </p:cBhvr>
                                      <p:to>
                                        <p:strVal val="visible"/>
                                      </p:to>
                                    </p:set>
                                  </p:childTnLst>
                                </p:cTn>
                              </p:par>
                            </p:childTnLst>
                          </p:cTn>
                        </p:par>
                      </p:childTnLst>
                    </p:cTn>
                  </p:par>
                  <p:par>
                    <p:cTn id="253" fill="hold">
                      <p:stCondLst>
                        <p:cond delay="indefinite"/>
                      </p:stCondLst>
                      <p:childTnLst>
                        <p:par>
                          <p:cTn id="254" fill="hold">
                            <p:stCondLst>
                              <p:cond delay="0"/>
                            </p:stCondLst>
                            <p:childTnLst>
                              <p:par>
                                <p:cTn id="255" nodeType="clickEffect" fill="hold" presetClass="entr" presetID="1">
                                  <p:stCondLst>
                                    <p:cond delay="0"/>
                                  </p:stCondLst>
                                  <p:childTnLst>
                                    <p:set>
                                      <p:cBhvr>
                                        <p:cTn id="256" dur="1" fill="hold">
                                          <p:stCondLst>
                                            <p:cond delay="0"/>
                                          </p:stCondLst>
                                        </p:cTn>
                                        <p:tgtEl>
                                          <p:spTgt spid="217">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Fun Time!</a:t>
            </a:r>
            <a:endParaRPr b="0" lang="en-US" sz="3600" spc="-1" strike="noStrike">
              <a:solidFill>
                <a:srgbClr val="000000"/>
              </a:solidFill>
              <a:latin typeface="Arial"/>
            </a:endParaRPr>
          </a:p>
        </p:txBody>
      </p:sp>
      <p:sp>
        <p:nvSpPr>
          <p:cNvPr id="220" name="PlaceHolder 2"/>
          <p:cNvSpPr>
            <a:spLocks noGrp="1"/>
          </p:cNvSpPr>
          <p:nvPr>
            <p:ph type="sldNum" idx="1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F062EFBA-381D-46D3-8FB9-6D22968D49A9}" type="slidenum">
              <a:rPr b="0" lang="el" sz="1000" spc="-1" strike="noStrike">
                <a:solidFill>
                  <a:schemeClr val="lt1"/>
                </a:solidFill>
                <a:latin typeface="Lato"/>
                <a:ea typeface="Lato"/>
              </a:rPr>
              <a:t>16</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Lab Exercise #001</a:t>
            </a:r>
            <a:endParaRPr b="0" lang="en-US" sz="2600" spc="-1" strike="noStrike">
              <a:solidFill>
                <a:srgbClr val="000000"/>
              </a:solidFill>
              <a:latin typeface="Arial"/>
            </a:endParaRPr>
          </a:p>
        </p:txBody>
      </p:sp>
      <p:sp>
        <p:nvSpPr>
          <p:cNvPr id="222" name="PlaceHolder 2"/>
          <p:cNvSpPr>
            <a:spLocks noGrp="1"/>
          </p:cNvSpPr>
          <p:nvPr>
            <p:ph/>
          </p:nvPr>
        </p:nvSpPr>
        <p:spPr>
          <a:xfrm>
            <a:off x="729360" y="1378080"/>
            <a:ext cx="7688520" cy="351000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Recall the dummy shell emulator we created last time: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This is available in source/dummy_sys.c</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Try to improve its functionality by allowing it to make use of more complex commands, that also accept arguments.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Demonstrate your shell’s behaviour in at least five distinct cases.</a:t>
            </a:r>
            <a:endParaRPr b="0" lang="en-US" sz="1600" spc="-1" strike="noStrike">
              <a:solidFill>
                <a:srgbClr val="000000"/>
              </a:solidFill>
              <a:latin typeface="Arial"/>
            </a:endParaRPr>
          </a:p>
        </p:txBody>
      </p:sp>
      <p:sp>
        <p:nvSpPr>
          <p:cNvPr id="223" name="PlaceHolder 3"/>
          <p:cNvSpPr>
            <a:spLocks noGrp="1"/>
          </p:cNvSpPr>
          <p:nvPr>
            <p:ph type="sldNum" idx="2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31B5B577-84DB-40BB-A9EA-65683A178B02}" type="slidenum">
              <a:rPr b="0" lang="el" sz="1000" spc="-1" strike="noStrike">
                <a:solidFill>
                  <a:schemeClr val="accent1"/>
                </a:solidFill>
                <a:latin typeface="Lato"/>
                <a:ea typeface="Lato"/>
              </a:rPr>
              <a:t>17</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Lab Exercise #002</a:t>
            </a:r>
            <a:endParaRPr b="0" lang="en-US" sz="2600" spc="-1" strike="noStrike">
              <a:solidFill>
                <a:srgbClr val="000000"/>
              </a:solidFill>
              <a:latin typeface="Arial"/>
            </a:endParaRPr>
          </a:p>
        </p:txBody>
      </p:sp>
      <p:sp>
        <p:nvSpPr>
          <p:cNvPr id="225"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Write a Bash script that takes a filename as input.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Use a pipe to pass the contents of the file to the wc command to count the number of lines, words, and characters.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Create some dummy files to demonstrate your script’s behaviour.</a:t>
            </a:r>
            <a:endParaRPr b="0" lang="en-US" sz="1600" spc="-1" strike="noStrike">
              <a:solidFill>
                <a:srgbClr val="000000"/>
              </a:solidFill>
              <a:latin typeface="Arial"/>
            </a:endParaRPr>
          </a:p>
        </p:txBody>
      </p:sp>
      <p:sp>
        <p:nvSpPr>
          <p:cNvPr id="226" name="PlaceHolder 3"/>
          <p:cNvSpPr>
            <a:spLocks noGrp="1"/>
          </p:cNvSpPr>
          <p:nvPr>
            <p:ph type="sldNum" idx="2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2B385E4A-9590-4D20-9348-B9204B5922CA}" type="slidenum">
              <a:rPr b="0" lang="el" sz="1000" spc="-1" strike="noStrike">
                <a:solidFill>
                  <a:schemeClr val="accent1"/>
                </a:solidFill>
                <a:latin typeface="Lato"/>
                <a:ea typeface="Lato"/>
              </a:rPr>
              <a:t>18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Lab Exercise #003</a:t>
            </a:r>
            <a:endParaRPr b="0" lang="en-US" sz="2600" spc="-1" strike="noStrike">
              <a:solidFill>
                <a:srgbClr val="000000"/>
              </a:solidFill>
              <a:latin typeface="Arial"/>
            </a:endParaRPr>
          </a:p>
        </p:txBody>
      </p:sp>
      <p:sp>
        <p:nvSpPr>
          <p:cNvPr id="228"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Drawing inspiration from what we have seen today create a C program that</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Creates a parent process that forks a child process.</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The parent process should read data from a file and write it to a pipe.</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The child process should read the data from the pipe and write it to another file.</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The above should be implemented using a pipe</a:t>
            </a:r>
            <a:r>
              <a:rPr b="0" lang="el" sz="1600" spc="-1" strike="noStrike">
                <a:solidFill>
                  <a:schemeClr val="accent1"/>
                </a:solidFill>
                <a:latin typeface="Lato"/>
                <a:ea typeface="Lato"/>
              </a:rPr>
              <a:t>.</a:t>
            </a:r>
            <a:endParaRPr b="0" lang="en-US" sz="1600" spc="-1" strike="noStrike">
              <a:solidFill>
                <a:srgbClr val="000000"/>
              </a:solidFill>
              <a:latin typeface="Arial"/>
            </a:endParaRPr>
          </a:p>
        </p:txBody>
      </p:sp>
      <p:sp>
        <p:nvSpPr>
          <p:cNvPr id="229" name="PlaceHolder 3"/>
          <p:cNvSpPr>
            <a:spLocks noGrp="1"/>
          </p:cNvSpPr>
          <p:nvPr>
            <p:ph type="sldNum" idx="2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D1F26DE9-27FD-4A8D-ABC3-2BA3018A4F31}" type="slidenum">
              <a:rPr b="0" lang="el" sz="1000" spc="-1" strike="noStrike">
                <a:solidFill>
                  <a:schemeClr val="accent1"/>
                </a:solidFill>
                <a:latin typeface="Lato"/>
                <a:ea typeface="Lato"/>
              </a:rPr>
              <a:t>19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Lab Exercise #004</a:t>
            </a:r>
            <a:endParaRPr b="0" lang="en-US" sz="2600" spc="-1" strike="noStrike">
              <a:solidFill>
                <a:srgbClr val="000000"/>
              </a:solidFill>
              <a:latin typeface="Arial"/>
            </a:endParaRPr>
          </a:p>
        </p:txBody>
      </p:sp>
      <p:sp>
        <p:nvSpPr>
          <p:cNvPr id="231"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Drawing inspiration from what we have seen today create a C program that</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Creates a parent process that forks a child process.</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The parent process should read data from a file and write it to a pipe.</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The child process should read the data from the pipe and write it to another file.</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The above should be implemented using shared memory</a:t>
            </a:r>
            <a:r>
              <a:rPr b="0" lang="el" sz="1600" spc="-1" strike="noStrike">
                <a:solidFill>
                  <a:schemeClr val="accent1"/>
                </a:solidFill>
                <a:latin typeface="Lato"/>
                <a:ea typeface="Lato"/>
              </a:rPr>
              <a:t>.</a:t>
            </a:r>
            <a:endParaRPr b="0" lang="en-US" sz="1600" spc="-1" strike="noStrike">
              <a:solidFill>
                <a:srgbClr val="000000"/>
              </a:solidFill>
              <a:latin typeface="Arial"/>
            </a:endParaRPr>
          </a:p>
        </p:txBody>
      </p:sp>
      <p:sp>
        <p:nvSpPr>
          <p:cNvPr id="232" name="PlaceHolder 3"/>
          <p:cNvSpPr>
            <a:spLocks noGrp="1"/>
          </p:cNvSpPr>
          <p:nvPr>
            <p:ph type="sldNum" idx="2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A5474072-0B10-435F-9C58-1C59C4970235}" type="slidenum">
              <a:rPr b="0" lang="el" sz="1000" spc="-1" strike="noStrike">
                <a:solidFill>
                  <a:schemeClr val="accent1"/>
                </a:solidFill>
                <a:latin typeface="Lato"/>
                <a:ea typeface="Lato"/>
              </a:rPr>
              <a:t>20</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Lab Exercise #005</a:t>
            </a:r>
            <a:endParaRPr b="0" lang="en-US" sz="2600" spc="-1" strike="noStrike">
              <a:solidFill>
                <a:srgbClr val="000000"/>
              </a:solidFill>
              <a:latin typeface="Arial"/>
            </a:endParaRPr>
          </a:p>
        </p:txBody>
      </p:sp>
      <p:sp>
        <p:nvSpPr>
          <p:cNvPr id="234" name="PlaceHolder 2"/>
          <p:cNvSpPr>
            <a:spLocks noGrp="1"/>
          </p:cNvSpPr>
          <p:nvPr>
            <p:ph/>
          </p:nvPr>
        </p:nvSpPr>
        <p:spPr>
          <a:xfrm>
            <a:off x="729360" y="1378080"/>
            <a:ext cx="7688520" cy="2961720"/>
          </a:xfrm>
          <a:prstGeom prst="rect">
            <a:avLst/>
          </a:prstGeom>
          <a:noFill/>
          <a:ln w="0">
            <a:noFill/>
          </a:ln>
        </p:spPr>
        <p:txBody>
          <a:bodyPr tIns="91440" bIns="91440" anchor="t">
            <a:normAutofit fontScale="99000"/>
          </a:bodyPr>
          <a:p>
            <a:pPr marL="452520" indent="-326520">
              <a:lnSpc>
                <a:spcPct val="115000"/>
              </a:lnSpc>
              <a:buClr>
                <a:srgbClr val="595959"/>
              </a:buClr>
              <a:buFont typeface="Lato"/>
              <a:buChar char="●"/>
            </a:pPr>
            <a:r>
              <a:rPr b="0" lang="el" sz="1600" spc="-1" strike="noStrike">
                <a:solidFill>
                  <a:schemeClr val="accent1"/>
                </a:solidFill>
                <a:latin typeface="Lato"/>
                <a:ea typeface="Lato"/>
              </a:rPr>
              <a:t>Create a process that generates random numbers and writes them to a shared memory buffer. This we should call the </a:t>
            </a:r>
            <a:r>
              <a:rPr b="1" lang="el" sz="1600" spc="-1" strike="noStrike">
                <a:solidFill>
                  <a:schemeClr val="accent1"/>
                </a:solidFill>
                <a:latin typeface="Lato"/>
                <a:ea typeface="Lato"/>
              </a:rPr>
              <a:t>producer</a:t>
            </a:r>
            <a:r>
              <a:rPr b="0" lang="el" sz="1600" spc="-1" strike="noStrike">
                <a:solidFill>
                  <a:schemeClr val="accent1"/>
                </a:solidFill>
                <a:latin typeface="Lato"/>
                <a:ea typeface="Lato"/>
              </a:rPr>
              <a:t>.</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Create another process that reads numbers from the shared memory buffer and prints them to the console. This we should call the </a:t>
            </a:r>
            <a:r>
              <a:rPr b="1" lang="el" sz="1600" spc="-1" strike="noStrike">
                <a:solidFill>
                  <a:schemeClr val="accent1"/>
                </a:solidFill>
                <a:latin typeface="Lato"/>
                <a:ea typeface="Lato"/>
              </a:rPr>
              <a:t>consumer</a:t>
            </a:r>
            <a:r>
              <a:rPr b="0" lang="el" sz="1600" spc="-1" strike="noStrike">
                <a:solidFill>
                  <a:schemeClr val="accent1"/>
                </a:solidFill>
                <a:latin typeface="Lato"/>
                <a:ea typeface="Lato"/>
              </a:rPr>
              <a:t>.</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Random number generation by the producer should terminate after a significant number of iterations has taken place or after some certain amount of time – e.g., 1000 numbers of 5–6 seconds.</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Run your program a few times and make some observations regarding the way the producer and the consumer cooperate.</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What do you observe?</a:t>
            </a:r>
            <a:endParaRPr b="0" lang="en-US" sz="1600" spc="-1" strike="noStrike">
              <a:solidFill>
                <a:srgbClr val="000000"/>
              </a:solidFill>
              <a:latin typeface="Arial"/>
            </a:endParaRPr>
          </a:p>
        </p:txBody>
      </p:sp>
      <p:sp>
        <p:nvSpPr>
          <p:cNvPr id="235" name="PlaceHolder 3"/>
          <p:cNvSpPr>
            <a:spLocks noGrp="1"/>
          </p:cNvSpPr>
          <p:nvPr>
            <p:ph type="sldNum" idx="2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FE0E9B94-F28F-4852-8676-7CE3E0B01310}"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Lab Exercise #006</a:t>
            </a:r>
            <a:endParaRPr b="0" lang="en-US" sz="2600" spc="-1" strike="noStrike">
              <a:solidFill>
                <a:srgbClr val="000000"/>
              </a:solidFill>
              <a:latin typeface="Arial"/>
            </a:endParaRPr>
          </a:p>
        </p:txBody>
      </p:sp>
      <p:sp>
        <p:nvSpPr>
          <p:cNvPr id="237" name="PlaceHolder 2"/>
          <p:cNvSpPr>
            <a:spLocks noGrp="1"/>
          </p:cNvSpPr>
          <p:nvPr>
            <p:ph/>
          </p:nvPr>
        </p:nvSpPr>
        <p:spPr>
          <a:xfrm>
            <a:off x="729360" y="1378080"/>
            <a:ext cx="7688520" cy="327456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Clone the producer—consumer program of the previous lab exercise and modify it to allow for some random delays between the write and read attempts of the producer and the consumer, respectively.</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Consumer and producer delays should not correlate in any way; they should be independently random.</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Run your program a few times and make some observations regarding the way the producer and the consumer cooperate.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What do you observe?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Can you think of a way to address the issues arising from this and the previous exercises?</a:t>
            </a:r>
            <a:endParaRPr b="0" lang="en-US" sz="1600" spc="-1" strike="noStrike">
              <a:solidFill>
                <a:srgbClr val="000000"/>
              </a:solidFill>
              <a:latin typeface="Arial"/>
            </a:endParaRPr>
          </a:p>
        </p:txBody>
      </p:sp>
      <p:sp>
        <p:nvSpPr>
          <p:cNvPr id="238" name="PlaceHolder 3"/>
          <p:cNvSpPr>
            <a:spLocks noGrp="1"/>
          </p:cNvSpPr>
          <p:nvPr>
            <p:ph type="sldNum" idx="2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EFCC600A-9E97-4090-9062-6A8761CE76E5}"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730080" y="1318680"/>
            <a:ext cx="3300480" cy="1686960"/>
          </a:xfrm>
          <a:prstGeom prst="rect">
            <a:avLst/>
          </a:prstGeom>
          <a:noFill/>
          <a:ln w="0">
            <a:noFill/>
          </a:ln>
        </p:spPr>
        <p:txBody>
          <a:bodyPr tIns="91440" bIns="91440" anchor="t">
            <a:normAutofit/>
          </a:bodyPr>
          <a:p>
            <a:pPr indent="0">
              <a:lnSpc>
                <a:spcPct val="100000"/>
              </a:lnSpc>
              <a:buNone/>
              <a:tabLst>
                <a:tab algn="l" pos="0"/>
              </a:tabLst>
            </a:pPr>
            <a:r>
              <a:rPr b="1" lang="el" sz="2600" spc="-1" strike="noStrike">
                <a:solidFill>
                  <a:schemeClr val="dk2"/>
                </a:solidFill>
                <a:latin typeface="Lato"/>
                <a:ea typeface="Lato"/>
              </a:rPr>
              <a:t>Any Questions?</a:t>
            </a:r>
            <a:endParaRPr b="0" lang="en-US" sz="2600" spc="-1" strike="noStrike">
              <a:solidFill>
                <a:srgbClr val="000000"/>
              </a:solidFill>
              <a:latin typeface="Arial"/>
            </a:endParaRPr>
          </a:p>
        </p:txBody>
      </p:sp>
      <p:sp>
        <p:nvSpPr>
          <p:cNvPr id="240" name="PlaceHolder 2"/>
          <p:cNvSpPr>
            <a:spLocks noGrp="1"/>
          </p:cNvSpPr>
          <p:nvPr>
            <p:ph type="subTitle"/>
          </p:nvPr>
        </p:nvSpPr>
        <p:spPr>
          <a:xfrm>
            <a:off x="725040" y="3161520"/>
            <a:ext cx="3300480" cy="758520"/>
          </a:xfrm>
          <a:prstGeom prst="rect">
            <a:avLst/>
          </a:prstGeom>
          <a:noFill/>
          <a:ln w="0">
            <a:noFill/>
          </a:ln>
        </p:spPr>
        <p:txBody>
          <a:bodyPr tIns="91440" bIns="91440" anchor="t">
            <a:normAutofit/>
          </a:bodyPr>
          <a:p>
            <a:pPr indent="0">
              <a:lnSpc>
                <a:spcPct val="100000"/>
              </a:lnSpc>
              <a:buNone/>
              <a:tabLst>
                <a:tab algn="l" pos="0"/>
              </a:tabLst>
            </a:pPr>
            <a:r>
              <a:rPr b="0" lang="el" sz="1600" spc="-1" strike="noStrike">
                <a:solidFill>
                  <a:schemeClr val="accent1"/>
                </a:solidFill>
                <a:latin typeface="Lato"/>
                <a:ea typeface="Lato"/>
              </a:rPr>
              <a:t>Don’t forget to fill-in the questionnaire (check right)</a:t>
            </a:r>
            <a:endParaRPr b="0" lang="en-US" sz="1600" spc="-1" strike="noStrike">
              <a:solidFill>
                <a:srgbClr val="000000"/>
              </a:solidFill>
              <a:latin typeface="Arial"/>
            </a:endParaRPr>
          </a:p>
        </p:txBody>
      </p:sp>
      <p:sp>
        <p:nvSpPr>
          <p:cNvPr id="241" name="PlaceHolder 3"/>
          <p:cNvSpPr>
            <a:spLocks noGrp="1"/>
          </p:cNvSpPr>
          <p:nvPr>
            <p:ph/>
          </p:nvPr>
        </p:nvSpPr>
        <p:spPr>
          <a:xfrm>
            <a:off x="4672800" y="4080240"/>
            <a:ext cx="4381920" cy="453960"/>
          </a:xfrm>
          <a:prstGeom prst="rect">
            <a:avLst/>
          </a:prstGeom>
          <a:noFill/>
          <a:ln w="0">
            <a:noFill/>
          </a:ln>
        </p:spPr>
        <p:txBody>
          <a:bodyPr tIns="91440" bIns="91440" anchor="t">
            <a:normAutofit fontScale="86000"/>
          </a:bodyPr>
          <a:p>
            <a:pPr indent="0" algn="ctr">
              <a:lnSpc>
                <a:spcPct val="115000"/>
              </a:lnSpc>
              <a:spcAft>
                <a:spcPts val="1199"/>
              </a:spcAft>
              <a:buNone/>
              <a:tabLst>
                <a:tab algn="l" pos="0"/>
              </a:tabLst>
            </a:pPr>
            <a:r>
              <a:rPr b="0" lang="el" sz="1600" spc="-1" strike="noStrike" u="sng">
                <a:solidFill>
                  <a:schemeClr val="hlink"/>
                </a:solidFill>
                <a:uFillTx/>
                <a:latin typeface="Consolas"/>
                <a:ea typeface="Consolas"/>
                <a:hlinkClick r:id="rId1"/>
              </a:rPr>
              <a:t>https://forms.gle/aj7pYsK1ksufD6xYA</a:t>
            </a:r>
            <a:endParaRPr b="0" lang="en-US" sz="1600" spc="-1" strike="noStrike">
              <a:solidFill>
                <a:srgbClr val="000000"/>
              </a:solidFill>
              <a:latin typeface="Arial"/>
            </a:endParaRPr>
          </a:p>
        </p:txBody>
      </p:sp>
      <p:pic>
        <p:nvPicPr>
          <p:cNvPr id="242" name="Google Shape;274;p23" descr="">
            <a:hlinkClick r:id="rId2"/>
          </p:cNvPr>
          <p:cNvPicPr/>
          <p:nvPr/>
        </p:nvPicPr>
        <p:blipFill>
          <a:blip r:embed="rId3"/>
          <a:stretch/>
        </p:blipFill>
        <p:spPr>
          <a:xfrm>
            <a:off x="5434920" y="1063080"/>
            <a:ext cx="2857320" cy="2857320"/>
          </a:xfrm>
          <a:prstGeom prst="rect">
            <a:avLst/>
          </a:prstGeom>
          <a:ln w="0">
            <a:noFill/>
          </a:ln>
        </p:spPr>
      </p:pic>
      <p:sp>
        <p:nvSpPr>
          <p:cNvPr id="243" name="PlaceHolder 4"/>
          <p:cNvSpPr>
            <a:spLocks noGrp="1"/>
          </p:cNvSpPr>
          <p:nvPr>
            <p:ph type="sldNum" idx="2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D47ECEC8-2ED6-4B13-81F1-88FAD3912762}"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LibreOffice/7.4.7.2$Linux_X86_64 LibreOffice_project/40$Build-2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2025-12-05T11:49:50Z</dcterms:modified>
  <cp:revision>1</cp:revision>
  <dc:subject/>
  <dc:title/>
</cp:coreProperties>
</file>